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4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  <p:sldMasterId id="2147483695" r:id="rId3"/>
    <p:sldMasterId id="2147483727" r:id="rId4"/>
    <p:sldMasterId id="2147483730" r:id="rId5"/>
  </p:sldMasterIdLst>
  <p:sldIdLst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" name="Google Shape;29;p2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33;p2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" name="Google Shape;34;p2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6" name="Google Shape;36;p2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2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2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39;p2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40;p2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41;p2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42;p2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43;p2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Google Shape;44;p2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2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46;p2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Google Shape;47;p2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48;p2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9" name="Google Shape;49;p2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50" name="Google Shape;50;p2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54" name="Google Shape;54;p2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55" name="Google Shape;55;p2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56" name="Google Shape;56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7" name="Google Shape;57;p2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58" name="Google Shape;58;p2"/>
          <p:cNvSpPr txBox="1">
            <a:spLocks noGrp="1"/>
          </p:cNvSpPr>
          <p:nvPr>
            <p:ph type="ctrTitle"/>
          </p:nvPr>
        </p:nvSpPr>
        <p:spPr>
          <a:xfrm>
            <a:off x="1855133" y="1845033"/>
            <a:ext cx="8482000" cy="22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2"/>
          <p:cNvSpPr txBox="1">
            <a:spLocks noGrp="1"/>
          </p:cNvSpPr>
          <p:nvPr>
            <p:ph type="subTitle" idx="1"/>
          </p:nvPr>
        </p:nvSpPr>
        <p:spPr>
          <a:xfrm>
            <a:off x="1855180" y="4378567"/>
            <a:ext cx="84820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79856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3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62" name="Google Shape;62;p3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63" name="Google Shape;63;p3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" name="Google Shape;64;p3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" name="Google Shape;65;p3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" name="Google Shape;66;p3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3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3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3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" name="Google Shape;70;p3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3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3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3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3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" name="Google Shape;75;p3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" name="Google Shape;76;p3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" name="Google Shape;77;p3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" name="Google Shape;78;p3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" name="Google Shape;79;p3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" name="Google Shape;80;p3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3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" name="Google Shape;82;p3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" name="Google Shape;83;p3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" name="Google Shape;84;p3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" name="Google Shape;85;p3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" name="Google Shape;86;p3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" name="Google Shape;87;p3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8" name="Google Shape;88;p3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" name="Google Shape;89;p3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1" name="Google Shape;101;p3"/>
          <p:cNvGrpSpPr/>
          <p:nvPr/>
        </p:nvGrpSpPr>
        <p:grpSpPr>
          <a:xfrm>
            <a:off x="366955" y="405600"/>
            <a:ext cx="11512845" cy="6079200"/>
            <a:chOff x="275216" y="304200"/>
            <a:chExt cx="8634634" cy="4559400"/>
          </a:xfrm>
        </p:grpSpPr>
        <p:grpSp>
          <p:nvGrpSpPr>
            <p:cNvPr id="102" name="Google Shape;102;p3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103" name="Google Shape;103;p3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104" name="Google Shape;104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" name="Google Shape;105;p3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6" name="Google Shape;106;p3"/>
            <p:cNvSpPr/>
            <p:nvPr/>
          </p:nvSpPr>
          <p:spPr>
            <a:xfrm rot="5400000">
              <a:off x="8438250" y="10169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107;p3"/>
            <p:cNvSpPr/>
            <p:nvPr/>
          </p:nvSpPr>
          <p:spPr>
            <a:xfrm rot="5400000">
              <a:off x="8447100" y="1832875"/>
              <a:ext cx="6969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2717600" y="3223900"/>
            <a:ext cx="6756800" cy="12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title" idx="2" hasCustomPrompt="1"/>
          </p:nvPr>
        </p:nvSpPr>
        <p:spPr>
          <a:xfrm>
            <a:off x="4994600" y="1744300"/>
            <a:ext cx="2202800" cy="1221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3"/>
          <p:cNvSpPr txBox="1">
            <a:spLocks noGrp="1"/>
          </p:cNvSpPr>
          <p:nvPr>
            <p:ph type="subTitle" idx="1"/>
          </p:nvPr>
        </p:nvSpPr>
        <p:spPr>
          <a:xfrm>
            <a:off x="2717600" y="4646100"/>
            <a:ext cx="67568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4827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4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13" name="Google Shape;113;p4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14" name="Google Shape;114;p4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" name="Google Shape;115;p4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4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4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" name="Google Shape;118;p4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" name="Google Shape;119;p4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0" name="Google Shape;120;p4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4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4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4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4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" name="Google Shape;125;p4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" name="Google Shape;126;p4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" name="Google Shape;127;p4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" name="Google Shape;128;p4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" name="Google Shape;129;p4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" name="Google Shape;130;p4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" name="Google Shape;131;p4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" name="Google Shape;132;p4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" name="Google Shape;133;p4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" name="Google Shape;134;p4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" name="Google Shape;135;p4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" name="Google Shape;136;p4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" name="Google Shape;137;p4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4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39" name="Google Shape;139;p4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" name="Google Shape;140;p4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" name="Google Shape;141;p4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4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" name="Google Shape;143;p4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" name="Google Shape;144;p4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" name="Google Shape;145;p4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p4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Google Shape;147;p4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p4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4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4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" name="Google Shape;151;p4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2" name="Google Shape;152;p4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153" name="Google Shape;153;p4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57" name="Google Shape;157;p4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159" name="Google Shape;159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0" name="Google Shape;160;p4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61" name="Google Shape;161;p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4"/>
          <p:cNvSpPr txBox="1">
            <a:spLocks noGrp="1"/>
          </p:cNvSpPr>
          <p:nvPr>
            <p:ph type="body" idx="1"/>
          </p:nvPr>
        </p:nvSpPr>
        <p:spPr>
          <a:xfrm>
            <a:off x="960000" y="1482933"/>
            <a:ext cx="10272000" cy="46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4051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5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65" name="Google Shape;165;p5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66" name="Google Shape;166;p5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" name="Google Shape;167;p5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" name="Google Shape;168;p5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9" name="Google Shape;169;p5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" name="Google Shape;170;p5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1" name="Google Shape;171;p5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2" name="Google Shape;172;p5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" name="Google Shape;173;p5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4" name="Google Shape;174;p5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5" name="Google Shape;175;p5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6" name="Google Shape;176;p5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5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" name="Google Shape;178;p5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5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" name="Google Shape;180;p5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5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" name="Google Shape;182;p5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5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4" name="Google Shape;184;p5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5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5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5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5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5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5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91" name="Google Shape;191;p5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" name="Google Shape;192;p5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" name="Google Shape;193;p5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Google Shape;194;p5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" name="Google Shape;195;p5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" name="Google Shape;196;p5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Google Shape;197;p5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5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5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5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5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" name="Google Shape;202;p5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" name="Google Shape;203;p5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4" name="Google Shape;204;p5"/>
          <p:cNvGrpSpPr/>
          <p:nvPr/>
        </p:nvGrpSpPr>
        <p:grpSpPr>
          <a:xfrm>
            <a:off x="366955" y="405600"/>
            <a:ext cx="11512845" cy="6079200"/>
            <a:chOff x="275216" y="304200"/>
            <a:chExt cx="8634634" cy="4559400"/>
          </a:xfrm>
        </p:grpSpPr>
        <p:grpSp>
          <p:nvGrpSpPr>
            <p:cNvPr id="205" name="Google Shape;205;p5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206" name="Google Shape;206;p5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207" name="Google Shape;207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" name="Google Shape;208;p5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9" name="Google Shape;209;p5"/>
            <p:cNvSpPr/>
            <p:nvPr/>
          </p:nvSpPr>
          <p:spPr>
            <a:xfrm rot="5400000">
              <a:off x="8438250" y="10169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10" name="Google Shape;210;p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1" name="Google Shape;211;p5"/>
          <p:cNvSpPr txBox="1">
            <a:spLocks noGrp="1"/>
          </p:cNvSpPr>
          <p:nvPr>
            <p:ph type="subTitle" idx="1"/>
          </p:nvPr>
        </p:nvSpPr>
        <p:spPr>
          <a:xfrm>
            <a:off x="6461012" y="4874665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5"/>
          <p:cNvSpPr txBox="1">
            <a:spLocks noGrp="1"/>
          </p:cNvSpPr>
          <p:nvPr>
            <p:ph type="subTitle" idx="2"/>
          </p:nvPr>
        </p:nvSpPr>
        <p:spPr>
          <a:xfrm>
            <a:off x="2390500" y="4874665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3" name="Google Shape;213;p5"/>
          <p:cNvSpPr txBox="1">
            <a:spLocks noGrp="1"/>
          </p:cNvSpPr>
          <p:nvPr>
            <p:ph type="subTitle" idx="3"/>
          </p:nvPr>
        </p:nvSpPr>
        <p:spPr>
          <a:xfrm>
            <a:off x="6461000" y="4315767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4" name="Google Shape;214;p5"/>
          <p:cNvSpPr txBox="1">
            <a:spLocks noGrp="1"/>
          </p:cNvSpPr>
          <p:nvPr>
            <p:ph type="subTitle" idx="4"/>
          </p:nvPr>
        </p:nvSpPr>
        <p:spPr>
          <a:xfrm>
            <a:off x="2390200" y="4315767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 rot="5400000">
            <a:off x="11251000" y="2528936"/>
            <a:ext cx="952800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08989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6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218" name="Google Shape;218;p6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219" name="Google Shape;219;p6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0" name="Google Shape;220;p6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6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2" name="Google Shape;222;p6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3" name="Google Shape;223;p6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4" name="Google Shape;224;p6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6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6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6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6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6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6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6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6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6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4" name="Google Shape;234;p6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5" name="Google Shape;235;p6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6" name="Google Shape;236;p6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6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8" name="Google Shape;238;p6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9" name="Google Shape;239;p6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0" name="Google Shape;240;p6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1" name="Google Shape;241;p6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2" name="Google Shape;242;p6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3" name="Google Shape;243;p6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44" name="Google Shape;244;p6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6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6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" name="Google Shape;247;p6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" name="Google Shape;248;p6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" name="Google Shape;249;p6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" name="Google Shape;250;p6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1" name="Google Shape;251;p6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" name="Google Shape;252;p6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" name="Google Shape;253;p6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" name="Google Shape;254;p6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6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" name="Google Shape;256;p6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7" name="Google Shape;257;p6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258" name="Google Shape;258;p6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59" name="Google Shape;259;p6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260" name="Google Shape;260;p6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261" name="Google Shape;261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2" name="Google Shape;262;p6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63" name="Google Shape;263;p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6603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7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266" name="Google Shape;266;p7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267" name="Google Shape;267;p7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8" name="Google Shape;268;p7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9" name="Google Shape;269;p7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" name="Google Shape;270;p7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" name="Google Shape;271;p7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7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3" name="Google Shape;273;p7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4" name="Google Shape;274;p7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5" name="Google Shape;275;p7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6" name="Google Shape;276;p7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7" name="Google Shape;277;p7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8" name="Google Shape;278;p7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9" name="Google Shape;279;p7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0" name="Google Shape;280;p7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1" name="Google Shape;281;p7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2" name="Google Shape;282;p7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" name="Google Shape;283;p7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" name="Google Shape;284;p7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" name="Google Shape;285;p7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" name="Google Shape;286;p7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" name="Google Shape;287;p7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" name="Google Shape;288;p7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" name="Google Shape;289;p7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" name="Google Shape;290;p7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" name="Google Shape;291;p7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92" name="Google Shape;292;p7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3" name="Google Shape;293;p7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4" name="Google Shape;294;p7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5" name="Google Shape;295;p7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6" name="Google Shape;296;p7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7" name="Google Shape;297;p7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7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" name="Google Shape;299;p7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0" name="Google Shape;300;p7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1" name="Google Shape;301;p7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2" name="Google Shape;302;p7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3" name="Google Shape;303;p7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4" name="Google Shape;304;p7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05" name="Google Shape;305;p7"/>
          <p:cNvGrpSpPr/>
          <p:nvPr/>
        </p:nvGrpSpPr>
        <p:grpSpPr>
          <a:xfrm>
            <a:off x="570155" y="172051"/>
            <a:ext cx="11208224" cy="6320500"/>
            <a:chOff x="155350" y="201563"/>
            <a:chExt cx="8686750" cy="4740375"/>
          </a:xfrm>
        </p:grpSpPr>
        <p:sp>
          <p:nvSpPr>
            <p:cNvPr id="306" name="Google Shape;306;p7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310" name="Google Shape;310;p7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311" name="Google Shape;311;p7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312" name="Google Shape;312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3" name="Google Shape;313;p7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14" name="Google Shape;314;p7"/>
          <p:cNvSpPr txBox="1">
            <a:spLocks noGrp="1"/>
          </p:cNvSpPr>
          <p:nvPr>
            <p:ph type="title"/>
          </p:nvPr>
        </p:nvSpPr>
        <p:spPr>
          <a:xfrm>
            <a:off x="3355000" y="1271100"/>
            <a:ext cx="5482000" cy="13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5" name="Google Shape;315;p7"/>
          <p:cNvSpPr txBox="1">
            <a:spLocks noGrp="1"/>
          </p:cNvSpPr>
          <p:nvPr>
            <p:ph type="subTitle" idx="1"/>
          </p:nvPr>
        </p:nvSpPr>
        <p:spPr>
          <a:xfrm>
            <a:off x="3355000" y="2709300"/>
            <a:ext cx="5482000" cy="28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5411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8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318" name="Google Shape;318;p8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319" name="Google Shape;319;p8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" name="Google Shape;320;p8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" name="Google Shape;321;p8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" name="Google Shape;322;p8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" name="Google Shape;323;p8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" name="Google Shape;324;p8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" name="Google Shape;325;p8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" name="Google Shape;326;p8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" name="Google Shape;327;p8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" name="Google Shape;328;p8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" name="Google Shape;329;p8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" name="Google Shape;330;p8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" name="Google Shape;331;p8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" name="Google Shape;332;p8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" name="Google Shape;333;p8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" name="Google Shape;334;p8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" name="Google Shape;335;p8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" name="Google Shape;336;p8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" name="Google Shape;337;p8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" name="Google Shape;338;p8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" name="Google Shape;339;p8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" name="Google Shape;340;p8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" name="Google Shape;341;p8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" name="Google Shape;342;p8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" name="Google Shape;343;p8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44" name="Google Shape;344;p8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" name="Google Shape;345;p8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" name="Google Shape;346;p8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" name="Google Shape;347;p8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" name="Google Shape;348;p8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9" name="Google Shape;349;p8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0" name="Google Shape;350;p8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1" name="Google Shape;351;p8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" name="Google Shape;352;p8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3" name="Google Shape;353;p8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4" name="Google Shape;354;p8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" name="Google Shape;355;p8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6" name="Google Shape;356;p8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57" name="Google Shape;357;p8"/>
          <p:cNvGrpSpPr/>
          <p:nvPr/>
        </p:nvGrpSpPr>
        <p:grpSpPr>
          <a:xfrm>
            <a:off x="366955" y="405600"/>
            <a:ext cx="11512845" cy="6079200"/>
            <a:chOff x="275216" y="304200"/>
            <a:chExt cx="8634634" cy="4559400"/>
          </a:xfrm>
        </p:grpSpPr>
        <p:grpSp>
          <p:nvGrpSpPr>
            <p:cNvPr id="358" name="Google Shape;358;p8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359" name="Google Shape;359;p8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360" name="Google Shape;360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1" name="Google Shape;361;p8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62" name="Google Shape;362;p8"/>
            <p:cNvSpPr/>
            <p:nvPr/>
          </p:nvSpPr>
          <p:spPr>
            <a:xfrm rot="5400000">
              <a:off x="8438250" y="10169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3" name="Google Shape;363;p8"/>
            <p:cNvSpPr/>
            <p:nvPr/>
          </p:nvSpPr>
          <p:spPr>
            <a:xfrm rot="5400000">
              <a:off x="8447100" y="1832875"/>
              <a:ext cx="6969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4" name="Google Shape;364;p8"/>
            <p:cNvSpPr/>
            <p:nvPr/>
          </p:nvSpPr>
          <p:spPr>
            <a:xfrm rot="5400000">
              <a:off x="8438250" y="26487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5" name="Google Shape;365;p8"/>
            <p:cNvSpPr/>
            <p:nvPr/>
          </p:nvSpPr>
          <p:spPr>
            <a:xfrm rot="5400000">
              <a:off x="8447100" y="3464675"/>
              <a:ext cx="6969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66" name="Google Shape;366;p8"/>
          <p:cNvSpPr txBox="1">
            <a:spLocks noGrp="1"/>
          </p:cNvSpPr>
          <p:nvPr>
            <p:ph type="title"/>
          </p:nvPr>
        </p:nvSpPr>
        <p:spPr>
          <a:xfrm>
            <a:off x="2853267" y="1966167"/>
            <a:ext cx="6485600" cy="29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31797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9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369" name="Google Shape;369;p9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370" name="Google Shape;370;p9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1" name="Google Shape;371;p9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2" name="Google Shape;372;p9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" name="Google Shape;373;p9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4" name="Google Shape;374;p9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5" name="Google Shape;375;p9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6" name="Google Shape;376;p9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7" name="Google Shape;377;p9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8" name="Google Shape;378;p9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9" name="Google Shape;379;p9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0" name="Google Shape;380;p9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1" name="Google Shape;381;p9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2" name="Google Shape;382;p9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3" name="Google Shape;383;p9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9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9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9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9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8" name="Google Shape;388;p9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9" name="Google Shape;389;p9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0" name="Google Shape;390;p9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1" name="Google Shape;391;p9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2" name="Google Shape;392;p9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3" name="Google Shape;393;p9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4" name="Google Shape;394;p9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95" name="Google Shape;395;p9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6" name="Google Shape;396;p9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" name="Google Shape;397;p9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p9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p9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9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1" name="Google Shape;401;p9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2" name="Google Shape;402;p9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3" name="Google Shape;403;p9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4" name="Google Shape;404;p9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9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9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7" name="Google Shape;407;p9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08" name="Google Shape;408;p9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409" name="Google Shape;409;p9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412" name="Google Shape;412;p9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413" name="Google Shape;413;p9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414" name="Google Shape;414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5" name="Google Shape;415;p9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16" name="Google Shape;416;p9"/>
          <p:cNvSpPr txBox="1">
            <a:spLocks noGrp="1"/>
          </p:cNvSpPr>
          <p:nvPr>
            <p:ph type="title"/>
          </p:nvPr>
        </p:nvSpPr>
        <p:spPr>
          <a:xfrm>
            <a:off x="2847400" y="2207317"/>
            <a:ext cx="6497200" cy="1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8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7" name="Google Shape;417;p9"/>
          <p:cNvSpPr txBox="1">
            <a:spLocks noGrp="1"/>
          </p:cNvSpPr>
          <p:nvPr>
            <p:ph type="subTitle" idx="1"/>
          </p:nvPr>
        </p:nvSpPr>
        <p:spPr>
          <a:xfrm>
            <a:off x="2847400" y="3755899"/>
            <a:ext cx="6497200" cy="8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35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10"/>
          <p:cNvSpPr txBox="1">
            <a:spLocks noGrp="1"/>
          </p:cNvSpPr>
          <p:nvPr>
            <p:ph type="title"/>
          </p:nvPr>
        </p:nvSpPr>
        <p:spPr>
          <a:xfrm>
            <a:off x="960000" y="4612033"/>
            <a:ext cx="5332800" cy="15040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85057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11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423" name="Google Shape;423;p11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424" name="Google Shape;424;p11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5" name="Google Shape;425;p11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6" name="Google Shape;426;p11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7" name="Google Shape;427;p11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8" name="Google Shape;428;p11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9" name="Google Shape;429;p11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0" name="Google Shape;430;p11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1" name="Google Shape;431;p11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2" name="Google Shape;432;p11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3" name="Google Shape;433;p11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4" name="Google Shape;434;p11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5" name="Google Shape;435;p11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6" name="Google Shape;436;p11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7" name="Google Shape;437;p11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8" name="Google Shape;438;p11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9" name="Google Shape;439;p11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0" name="Google Shape;440;p11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1" name="Google Shape;441;p11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2" name="Google Shape;442;p11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3" name="Google Shape;443;p11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4" name="Google Shape;444;p11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5" name="Google Shape;445;p11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6" name="Google Shape;446;p11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7" name="Google Shape;447;p11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8" name="Google Shape;448;p11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49" name="Google Shape;449;p11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0" name="Google Shape;450;p11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1" name="Google Shape;451;p11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2" name="Google Shape;452;p11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3" name="Google Shape;453;p11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4" name="Google Shape;454;p11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5" name="Google Shape;455;p11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6" name="Google Shape;456;p11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7" name="Google Shape;457;p11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8" name="Google Shape;458;p11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9" name="Google Shape;459;p11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0" name="Google Shape;460;p11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1" name="Google Shape;461;p11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62" name="Google Shape;462;p11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463" name="Google Shape;463;p11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11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11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6" name="Google Shape;466;p11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467" name="Google Shape;467;p11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468" name="Google Shape;468;p11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469" name="Google Shape;469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0" name="Google Shape;470;p11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71" name="Google Shape;471;p11"/>
          <p:cNvSpPr txBox="1">
            <a:spLocks noGrp="1"/>
          </p:cNvSpPr>
          <p:nvPr>
            <p:ph type="title" hasCustomPrompt="1"/>
          </p:nvPr>
        </p:nvSpPr>
        <p:spPr>
          <a:xfrm>
            <a:off x="2942200" y="2040183"/>
            <a:ext cx="6307600" cy="1646400"/>
          </a:xfrm>
          <a:prstGeom prst="rect">
            <a:avLst/>
          </a:prstGeom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472" name="Google Shape;472;p11"/>
          <p:cNvSpPr txBox="1">
            <a:spLocks noGrp="1"/>
          </p:cNvSpPr>
          <p:nvPr>
            <p:ph type="subTitle" idx="1"/>
          </p:nvPr>
        </p:nvSpPr>
        <p:spPr>
          <a:xfrm>
            <a:off x="2942200" y="4007864"/>
            <a:ext cx="6307600" cy="5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8744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64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13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476" name="Google Shape;476;p13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477" name="Google Shape;477;p13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8" name="Google Shape;478;p13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9" name="Google Shape;479;p13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0" name="Google Shape;480;p13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1" name="Google Shape;481;p13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2" name="Google Shape;482;p13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3" name="Google Shape;483;p13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4" name="Google Shape;484;p13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5" name="Google Shape;485;p13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6" name="Google Shape;486;p13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13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8" name="Google Shape;488;p13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9" name="Google Shape;489;p13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" name="Google Shape;490;p13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1" name="Google Shape;491;p13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3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3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3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3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6" name="Google Shape;496;p13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7" name="Google Shape;497;p13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8" name="Google Shape;498;p13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9" name="Google Shape;499;p13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0" name="Google Shape;500;p13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1" name="Google Shape;501;p13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502" name="Google Shape;502;p13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3" name="Google Shape;503;p13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4" name="Google Shape;504;p13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5" name="Google Shape;505;p13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6" name="Google Shape;506;p13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7" name="Google Shape;507;p13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8" name="Google Shape;508;p13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9" name="Google Shape;509;p13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0" name="Google Shape;510;p13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1" name="Google Shape;511;p13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2" name="Google Shape;512;p13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3" name="Google Shape;513;p13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4" name="Google Shape;514;p13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15" name="Google Shape;515;p13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516" name="Google Shape;516;p13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517" name="Google Shape;517;p13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518" name="Google Shape;518;p13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519" name="Google Shape;519;p1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0" name="Google Shape;520;p13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521" name="Google Shape;521;p1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2" name="Google Shape;522;p13"/>
          <p:cNvSpPr txBox="1">
            <a:spLocks noGrp="1"/>
          </p:cNvSpPr>
          <p:nvPr>
            <p:ph type="subTitle" idx="1"/>
          </p:nvPr>
        </p:nvSpPr>
        <p:spPr>
          <a:xfrm>
            <a:off x="1144617" y="2996391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3" name="Google Shape;523;p13"/>
          <p:cNvSpPr txBox="1">
            <a:spLocks noGrp="1"/>
          </p:cNvSpPr>
          <p:nvPr>
            <p:ph type="subTitle" idx="2"/>
          </p:nvPr>
        </p:nvSpPr>
        <p:spPr>
          <a:xfrm>
            <a:off x="4426145" y="2996391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4" name="Google Shape;524;p13"/>
          <p:cNvSpPr txBox="1">
            <a:spLocks noGrp="1"/>
          </p:cNvSpPr>
          <p:nvPr>
            <p:ph type="subTitle" idx="3"/>
          </p:nvPr>
        </p:nvSpPr>
        <p:spPr>
          <a:xfrm>
            <a:off x="1144617" y="5307300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5" name="Google Shape;525;p13"/>
          <p:cNvSpPr txBox="1">
            <a:spLocks noGrp="1"/>
          </p:cNvSpPr>
          <p:nvPr>
            <p:ph type="subTitle" idx="4"/>
          </p:nvPr>
        </p:nvSpPr>
        <p:spPr>
          <a:xfrm>
            <a:off x="4426145" y="5307300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6" name="Google Shape;526;p13"/>
          <p:cNvSpPr txBox="1">
            <a:spLocks noGrp="1"/>
          </p:cNvSpPr>
          <p:nvPr>
            <p:ph type="subTitle" idx="5"/>
          </p:nvPr>
        </p:nvSpPr>
        <p:spPr>
          <a:xfrm>
            <a:off x="7707683" y="2996391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7" name="Google Shape;527;p13"/>
          <p:cNvSpPr txBox="1">
            <a:spLocks noGrp="1"/>
          </p:cNvSpPr>
          <p:nvPr>
            <p:ph type="subTitle" idx="6"/>
          </p:nvPr>
        </p:nvSpPr>
        <p:spPr>
          <a:xfrm>
            <a:off x="7707683" y="5307300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8" name="Google Shape;528;p13"/>
          <p:cNvSpPr txBox="1">
            <a:spLocks noGrp="1"/>
          </p:cNvSpPr>
          <p:nvPr>
            <p:ph type="title" idx="7" hasCustomPrompt="1"/>
          </p:nvPr>
        </p:nvSpPr>
        <p:spPr>
          <a:xfrm>
            <a:off x="2191817" y="1778744"/>
            <a:ext cx="979600" cy="596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29" name="Google Shape;529;p13"/>
          <p:cNvSpPr txBox="1">
            <a:spLocks noGrp="1"/>
          </p:cNvSpPr>
          <p:nvPr>
            <p:ph type="title" idx="8" hasCustomPrompt="1"/>
          </p:nvPr>
        </p:nvSpPr>
        <p:spPr>
          <a:xfrm>
            <a:off x="2191817" y="4088872"/>
            <a:ext cx="979600" cy="596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30" name="Google Shape;530;p13"/>
          <p:cNvSpPr txBox="1">
            <a:spLocks noGrp="1"/>
          </p:cNvSpPr>
          <p:nvPr>
            <p:ph type="title" idx="9" hasCustomPrompt="1"/>
          </p:nvPr>
        </p:nvSpPr>
        <p:spPr>
          <a:xfrm>
            <a:off x="5473345" y="1778744"/>
            <a:ext cx="979600" cy="596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31" name="Google Shape;531;p13"/>
          <p:cNvSpPr txBox="1">
            <a:spLocks noGrp="1"/>
          </p:cNvSpPr>
          <p:nvPr>
            <p:ph type="title" idx="13" hasCustomPrompt="1"/>
          </p:nvPr>
        </p:nvSpPr>
        <p:spPr>
          <a:xfrm>
            <a:off x="5473345" y="4088872"/>
            <a:ext cx="979600" cy="596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32" name="Google Shape;532;p13"/>
          <p:cNvSpPr txBox="1">
            <a:spLocks noGrp="1"/>
          </p:cNvSpPr>
          <p:nvPr>
            <p:ph type="title" idx="14" hasCustomPrompt="1"/>
          </p:nvPr>
        </p:nvSpPr>
        <p:spPr>
          <a:xfrm>
            <a:off x="8754883" y="1778744"/>
            <a:ext cx="979600" cy="596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33" name="Google Shape;533;p13"/>
          <p:cNvSpPr txBox="1">
            <a:spLocks noGrp="1"/>
          </p:cNvSpPr>
          <p:nvPr>
            <p:ph type="title" idx="15" hasCustomPrompt="1"/>
          </p:nvPr>
        </p:nvSpPr>
        <p:spPr>
          <a:xfrm>
            <a:off x="8754883" y="4088872"/>
            <a:ext cx="979600" cy="596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34" name="Google Shape;534;p13"/>
          <p:cNvSpPr txBox="1">
            <a:spLocks noGrp="1"/>
          </p:cNvSpPr>
          <p:nvPr>
            <p:ph type="subTitle" idx="16"/>
          </p:nvPr>
        </p:nvSpPr>
        <p:spPr>
          <a:xfrm>
            <a:off x="1144617" y="2436664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35" name="Google Shape;535;p13"/>
          <p:cNvSpPr txBox="1">
            <a:spLocks noGrp="1"/>
          </p:cNvSpPr>
          <p:nvPr>
            <p:ph type="subTitle" idx="17"/>
          </p:nvPr>
        </p:nvSpPr>
        <p:spPr>
          <a:xfrm>
            <a:off x="4426145" y="2436664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36" name="Google Shape;536;p13"/>
          <p:cNvSpPr txBox="1">
            <a:spLocks noGrp="1"/>
          </p:cNvSpPr>
          <p:nvPr>
            <p:ph type="subTitle" idx="18"/>
          </p:nvPr>
        </p:nvSpPr>
        <p:spPr>
          <a:xfrm>
            <a:off x="7707683" y="2436664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37" name="Google Shape;537;p13"/>
          <p:cNvSpPr txBox="1">
            <a:spLocks noGrp="1"/>
          </p:cNvSpPr>
          <p:nvPr>
            <p:ph type="subTitle" idx="19"/>
          </p:nvPr>
        </p:nvSpPr>
        <p:spPr>
          <a:xfrm>
            <a:off x="1144617" y="4746900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38" name="Google Shape;538;p13"/>
          <p:cNvSpPr txBox="1">
            <a:spLocks noGrp="1"/>
          </p:cNvSpPr>
          <p:nvPr>
            <p:ph type="subTitle" idx="20"/>
          </p:nvPr>
        </p:nvSpPr>
        <p:spPr>
          <a:xfrm>
            <a:off x="4426145" y="4746900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39" name="Google Shape;539;p13"/>
          <p:cNvSpPr txBox="1">
            <a:spLocks noGrp="1"/>
          </p:cNvSpPr>
          <p:nvPr>
            <p:ph type="subTitle" idx="21"/>
          </p:nvPr>
        </p:nvSpPr>
        <p:spPr>
          <a:xfrm>
            <a:off x="7707683" y="4746900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81687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" name="Google Shape;541;p14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542" name="Google Shape;542;p14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543" name="Google Shape;543;p14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4" name="Google Shape;544;p14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5" name="Google Shape;545;p14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6" name="Google Shape;546;p14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7" name="Google Shape;547;p14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8" name="Google Shape;548;p14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9" name="Google Shape;549;p14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0" name="Google Shape;550;p14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1" name="Google Shape;551;p14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2" name="Google Shape;552;p14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3" name="Google Shape;553;p14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4" name="Google Shape;554;p14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5" name="Google Shape;555;p14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6" name="Google Shape;556;p14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7" name="Google Shape;557;p14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8" name="Google Shape;558;p14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9" name="Google Shape;559;p14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0" name="Google Shape;560;p14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1" name="Google Shape;561;p14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2" name="Google Shape;562;p14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3" name="Google Shape;563;p14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4" name="Google Shape;564;p14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5" name="Google Shape;565;p14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6" name="Google Shape;566;p14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7" name="Google Shape;567;p14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568" name="Google Shape;568;p14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9" name="Google Shape;569;p14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14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1" name="Google Shape;571;p14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2" name="Google Shape;572;p14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" name="Google Shape;573;p14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4" name="Google Shape;574;p14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5" name="Google Shape;575;p14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6" name="Google Shape;576;p14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7" name="Google Shape;577;p14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8" name="Google Shape;578;p14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9" name="Google Shape;579;p14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0" name="Google Shape;580;p14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81" name="Google Shape;581;p14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582" name="Google Shape;582;p14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" name="Google Shape;583;p14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584" name="Google Shape;584;p14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585" name="Google Shape;585;p14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586" name="Google Shape;586;p1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87" name="Google Shape;587;p14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588" name="Google Shape;588;p1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9291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oogle Shape;590;p15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591" name="Google Shape;591;p15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592" name="Google Shape;592;p15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3" name="Google Shape;593;p15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4" name="Google Shape;594;p15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5" name="Google Shape;595;p15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6" name="Google Shape;596;p15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7" name="Google Shape;597;p15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8" name="Google Shape;598;p15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9" name="Google Shape;599;p15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0" name="Google Shape;600;p15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1" name="Google Shape;601;p15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2" name="Google Shape;602;p15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3" name="Google Shape;603;p15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4" name="Google Shape;604;p15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5" name="Google Shape;605;p15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6" name="Google Shape;606;p15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7" name="Google Shape;607;p15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8" name="Google Shape;608;p15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9" name="Google Shape;609;p15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0" name="Google Shape;610;p15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1" name="Google Shape;611;p15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2" name="Google Shape;612;p15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3" name="Google Shape;613;p15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4" name="Google Shape;614;p15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5" name="Google Shape;615;p15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6" name="Google Shape;616;p15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617" name="Google Shape;617;p15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8" name="Google Shape;618;p15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9" name="Google Shape;619;p15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0" name="Google Shape;620;p15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1" name="Google Shape;621;p15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2" name="Google Shape;622;p15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3" name="Google Shape;623;p15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4" name="Google Shape;624;p15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5" name="Google Shape;625;p15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6" name="Google Shape;626;p15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7" name="Google Shape;627;p15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8" name="Google Shape;628;p15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9" name="Google Shape;629;p15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30" name="Google Shape;630;p15"/>
          <p:cNvGrpSpPr/>
          <p:nvPr/>
        </p:nvGrpSpPr>
        <p:grpSpPr>
          <a:xfrm>
            <a:off x="366955" y="405600"/>
            <a:ext cx="11512845" cy="6079200"/>
            <a:chOff x="275216" y="304200"/>
            <a:chExt cx="8634634" cy="4559400"/>
          </a:xfrm>
        </p:grpSpPr>
        <p:grpSp>
          <p:nvGrpSpPr>
            <p:cNvPr id="631" name="Google Shape;631;p15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632" name="Google Shape;632;p15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633" name="Google Shape;633;p1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34" name="Google Shape;634;p15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35" name="Google Shape;635;p15"/>
            <p:cNvSpPr/>
            <p:nvPr/>
          </p:nvSpPr>
          <p:spPr>
            <a:xfrm rot="5400000">
              <a:off x="8438250" y="10169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" name="Google Shape;636;p15"/>
            <p:cNvSpPr/>
            <p:nvPr/>
          </p:nvSpPr>
          <p:spPr>
            <a:xfrm rot="5400000">
              <a:off x="8438250" y="26487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" name="Google Shape;637;p15"/>
            <p:cNvSpPr/>
            <p:nvPr/>
          </p:nvSpPr>
          <p:spPr>
            <a:xfrm rot="5400000">
              <a:off x="8447100" y="3464675"/>
              <a:ext cx="6969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38" name="Google Shape;638;p1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49459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0" name="Google Shape;640;p16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641" name="Google Shape;641;p16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642" name="Google Shape;642;p16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3" name="Google Shape;643;p16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4" name="Google Shape;644;p16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16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16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16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16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9" name="Google Shape;649;p16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0" name="Google Shape;650;p16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1" name="Google Shape;651;p16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2" name="Google Shape;652;p16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3" name="Google Shape;653;p16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4" name="Google Shape;654;p16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5" name="Google Shape;655;p16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6" name="Google Shape;656;p16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7" name="Google Shape;657;p16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8" name="Google Shape;658;p16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9" name="Google Shape;659;p16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0" name="Google Shape;660;p16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1" name="Google Shape;661;p16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2" name="Google Shape;662;p16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3" name="Google Shape;663;p16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4" name="Google Shape;664;p16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5" name="Google Shape;665;p16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6" name="Google Shape;666;p16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667" name="Google Shape;667;p16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8" name="Google Shape;668;p16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9" name="Google Shape;669;p16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0" name="Google Shape;670;p16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1" name="Google Shape;671;p16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2" name="Google Shape;672;p16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3" name="Google Shape;673;p16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4" name="Google Shape;674;p16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16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6" name="Google Shape;676;p16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7" name="Google Shape;677;p16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8" name="Google Shape;678;p16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9" name="Google Shape;679;p16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80" name="Google Shape;680;p16"/>
          <p:cNvGrpSpPr/>
          <p:nvPr/>
        </p:nvGrpSpPr>
        <p:grpSpPr>
          <a:xfrm>
            <a:off x="366955" y="405600"/>
            <a:ext cx="11512845" cy="6079200"/>
            <a:chOff x="275216" y="304200"/>
            <a:chExt cx="8634634" cy="4559400"/>
          </a:xfrm>
        </p:grpSpPr>
        <p:grpSp>
          <p:nvGrpSpPr>
            <p:cNvPr id="681" name="Google Shape;681;p16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682" name="Google Shape;682;p16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683" name="Google Shape;683;p1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4" name="Google Shape;684;p16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85" name="Google Shape;685;p16"/>
            <p:cNvSpPr/>
            <p:nvPr/>
          </p:nvSpPr>
          <p:spPr>
            <a:xfrm rot="5400000">
              <a:off x="8438250" y="10169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86" name="Google Shape;686;p16"/>
          <p:cNvSpPr txBox="1">
            <a:spLocks noGrp="1"/>
          </p:cNvSpPr>
          <p:nvPr>
            <p:ph type="title"/>
          </p:nvPr>
        </p:nvSpPr>
        <p:spPr>
          <a:xfrm>
            <a:off x="2510384" y="4193184"/>
            <a:ext cx="71712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7" name="Google Shape;687;p16"/>
          <p:cNvSpPr txBox="1">
            <a:spLocks noGrp="1"/>
          </p:cNvSpPr>
          <p:nvPr>
            <p:ph type="subTitle" idx="1"/>
          </p:nvPr>
        </p:nvSpPr>
        <p:spPr>
          <a:xfrm>
            <a:off x="1635184" y="1782417"/>
            <a:ext cx="8921600" cy="22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53875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1">
  <p:cSld name="Encabezado de sección 1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17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690" name="Google Shape;690;p17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691" name="Google Shape;691;p17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17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17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4" name="Google Shape;694;p17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5" name="Google Shape;695;p17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6" name="Google Shape;696;p17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7" name="Google Shape;697;p17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8" name="Google Shape;698;p17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9" name="Google Shape;699;p17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0" name="Google Shape;700;p17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1" name="Google Shape;701;p17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2" name="Google Shape;702;p17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3" name="Google Shape;703;p17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4" name="Google Shape;704;p17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5" name="Google Shape;705;p17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6" name="Google Shape;706;p17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7" name="Google Shape;707;p17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8" name="Google Shape;708;p17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9" name="Google Shape;709;p17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0" name="Google Shape;710;p17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1" name="Google Shape;711;p17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2" name="Google Shape;712;p17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3" name="Google Shape;713;p17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4" name="Google Shape;714;p17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5" name="Google Shape;715;p17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716" name="Google Shape;716;p17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7" name="Google Shape;717;p17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8" name="Google Shape;718;p17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9" name="Google Shape;719;p17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0" name="Google Shape;720;p17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1" name="Google Shape;721;p17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2" name="Google Shape;722;p17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3" name="Google Shape;723;p17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4" name="Google Shape;724;p17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5" name="Google Shape;725;p17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6" name="Google Shape;726;p17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7" name="Google Shape;727;p17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8" name="Google Shape;728;p17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9" name="Google Shape;729;p17"/>
          <p:cNvGrpSpPr/>
          <p:nvPr/>
        </p:nvGrpSpPr>
        <p:grpSpPr>
          <a:xfrm>
            <a:off x="366955" y="405600"/>
            <a:ext cx="11512845" cy="6079200"/>
            <a:chOff x="275216" y="304200"/>
            <a:chExt cx="8634634" cy="4559400"/>
          </a:xfrm>
        </p:grpSpPr>
        <p:grpSp>
          <p:nvGrpSpPr>
            <p:cNvPr id="730" name="Google Shape;730;p17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731" name="Google Shape;731;p17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732" name="Google Shape;732;p1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33" name="Google Shape;733;p17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34" name="Google Shape;734;p17"/>
            <p:cNvSpPr/>
            <p:nvPr/>
          </p:nvSpPr>
          <p:spPr>
            <a:xfrm rot="5400000">
              <a:off x="8438250" y="3284852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" name="Google Shape;735;p17"/>
            <p:cNvSpPr/>
            <p:nvPr/>
          </p:nvSpPr>
          <p:spPr>
            <a:xfrm rot="5400000">
              <a:off x="8447100" y="4100750"/>
              <a:ext cx="6969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36" name="Google Shape;736;p17"/>
          <p:cNvSpPr txBox="1">
            <a:spLocks noGrp="1"/>
          </p:cNvSpPr>
          <p:nvPr>
            <p:ph type="title"/>
          </p:nvPr>
        </p:nvSpPr>
        <p:spPr>
          <a:xfrm>
            <a:off x="4525684" y="2598900"/>
            <a:ext cx="5947600" cy="99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7" name="Google Shape;737;p17"/>
          <p:cNvSpPr txBox="1">
            <a:spLocks noGrp="1"/>
          </p:cNvSpPr>
          <p:nvPr>
            <p:ph type="title" idx="2" hasCustomPrompt="1"/>
          </p:nvPr>
        </p:nvSpPr>
        <p:spPr>
          <a:xfrm>
            <a:off x="1773484" y="2834584"/>
            <a:ext cx="2202800" cy="1221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8" name="Google Shape;738;p17"/>
          <p:cNvSpPr txBox="1">
            <a:spLocks noGrp="1"/>
          </p:cNvSpPr>
          <p:nvPr>
            <p:ph type="subTitle" idx="1"/>
          </p:nvPr>
        </p:nvSpPr>
        <p:spPr>
          <a:xfrm>
            <a:off x="4525684" y="3791467"/>
            <a:ext cx="59476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91507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" name="Google Shape;740;p18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741" name="Google Shape;741;p18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742" name="Google Shape;742;p18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3" name="Google Shape;743;p18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4" name="Google Shape;744;p18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5" name="Google Shape;745;p18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6" name="Google Shape;746;p18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7" name="Google Shape;747;p18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8" name="Google Shape;748;p18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9" name="Google Shape;749;p18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0" name="Google Shape;750;p18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1" name="Google Shape;751;p18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2" name="Google Shape;752;p18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3" name="Google Shape;753;p18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4" name="Google Shape;754;p18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5" name="Google Shape;755;p18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6" name="Google Shape;756;p18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7" name="Google Shape;757;p18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8" name="Google Shape;758;p18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9" name="Google Shape;759;p18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0" name="Google Shape;760;p18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1" name="Google Shape;761;p18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2" name="Google Shape;762;p18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3" name="Google Shape;763;p18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4" name="Google Shape;764;p18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5" name="Google Shape;765;p18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6" name="Google Shape;766;p18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767" name="Google Shape;767;p18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8" name="Google Shape;768;p18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9" name="Google Shape;769;p18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0" name="Google Shape;770;p18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1" name="Google Shape;771;p18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2" name="Google Shape;772;p18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3" name="Google Shape;773;p18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4" name="Google Shape;774;p18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5" name="Google Shape;775;p18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6" name="Google Shape;776;p18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7" name="Google Shape;777;p18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8" name="Google Shape;778;p18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9" name="Google Shape;779;p18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80" name="Google Shape;780;p18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781" name="Google Shape;781;p18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784" name="Google Shape;784;p18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785" name="Google Shape;785;p18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786" name="Google Shape;786;p1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87" name="Google Shape;787;p18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788" name="Google Shape;788;p18"/>
          <p:cNvSpPr txBox="1">
            <a:spLocks noGrp="1"/>
          </p:cNvSpPr>
          <p:nvPr>
            <p:ph type="title"/>
          </p:nvPr>
        </p:nvSpPr>
        <p:spPr>
          <a:xfrm>
            <a:off x="1899567" y="1305733"/>
            <a:ext cx="3880000" cy="27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9" name="Google Shape;789;p18"/>
          <p:cNvSpPr txBox="1">
            <a:spLocks noGrp="1"/>
          </p:cNvSpPr>
          <p:nvPr>
            <p:ph type="subTitle" idx="1"/>
          </p:nvPr>
        </p:nvSpPr>
        <p:spPr>
          <a:xfrm>
            <a:off x="1899567" y="4063867"/>
            <a:ext cx="3880000" cy="1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90" name="Google Shape;790;p18"/>
          <p:cNvSpPr>
            <a:spLocks noGrp="1"/>
          </p:cNvSpPr>
          <p:nvPr>
            <p:ph type="pic" idx="2"/>
          </p:nvPr>
        </p:nvSpPr>
        <p:spPr>
          <a:xfrm>
            <a:off x="6412400" y="1418167"/>
            <a:ext cx="3880000" cy="4021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78543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19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793" name="Google Shape;793;p19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794" name="Google Shape;794;p19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5" name="Google Shape;795;p19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6" name="Google Shape;796;p19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7" name="Google Shape;797;p19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8" name="Google Shape;798;p19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9" name="Google Shape;799;p19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0" name="Google Shape;800;p19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1" name="Google Shape;801;p19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2" name="Google Shape;802;p19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3" name="Google Shape;803;p19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4" name="Google Shape;804;p19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5" name="Google Shape;805;p19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6" name="Google Shape;806;p19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7" name="Google Shape;807;p19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8" name="Google Shape;808;p19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9" name="Google Shape;809;p19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0" name="Google Shape;810;p19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1" name="Google Shape;811;p19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2" name="Google Shape;812;p19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3" name="Google Shape;813;p19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4" name="Google Shape;814;p19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5" name="Google Shape;815;p19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6" name="Google Shape;816;p19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7" name="Google Shape;817;p19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8" name="Google Shape;818;p19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19" name="Google Shape;819;p19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0" name="Google Shape;820;p19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1" name="Google Shape;821;p19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2" name="Google Shape;822;p19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3" name="Google Shape;823;p19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4" name="Google Shape;824;p19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5" name="Google Shape;825;p19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6" name="Google Shape;826;p19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7" name="Google Shape;827;p19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8" name="Google Shape;828;p19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9" name="Google Shape;829;p19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0" name="Google Shape;830;p19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1" name="Google Shape;831;p19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32" name="Google Shape;832;p19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833" name="Google Shape;833;p19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4" name="Google Shape;834;p19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835" name="Google Shape;835;p19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836" name="Google Shape;836;p19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837" name="Google Shape;837;p1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8" name="Google Shape;838;p19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39" name="Google Shape;839;p19"/>
          <p:cNvSpPr txBox="1">
            <a:spLocks noGrp="1"/>
          </p:cNvSpPr>
          <p:nvPr>
            <p:ph type="title"/>
          </p:nvPr>
        </p:nvSpPr>
        <p:spPr>
          <a:xfrm>
            <a:off x="1662167" y="1953200"/>
            <a:ext cx="3448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0" name="Google Shape;840;p19"/>
          <p:cNvSpPr txBox="1">
            <a:spLocks noGrp="1"/>
          </p:cNvSpPr>
          <p:nvPr>
            <p:ph type="subTitle" idx="1"/>
          </p:nvPr>
        </p:nvSpPr>
        <p:spPr>
          <a:xfrm>
            <a:off x="1662167" y="3370800"/>
            <a:ext cx="3448000" cy="15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40246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2" name="Google Shape;842;p20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843" name="Google Shape;843;p20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844" name="Google Shape;844;p20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5" name="Google Shape;845;p20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6" name="Google Shape;846;p20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7" name="Google Shape;847;p20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8" name="Google Shape;848;p20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9" name="Google Shape;849;p20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0" name="Google Shape;850;p20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1" name="Google Shape;851;p20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2" name="Google Shape;852;p20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3" name="Google Shape;853;p20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4" name="Google Shape;854;p20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5" name="Google Shape;855;p20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6" name="Google Shape;856;p20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7" name="Google Shape;857;p20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8" name="Google Shape;858;p20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9" name="Google Shape;859;p20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0" name="Google Shape;860;p20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1" name="Google Shape;861;p20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2" name="Google Shape;862;p20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3" name="Google Shape;863;p20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4" name="Google Shape;864;p20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5" name="Google Shape;865;p20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6" name="Google Shape;866;p20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7" name="Google Shape;867;p20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8" name="Google Shape;868;p20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69" name="Google Shape;869;p20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0" name="Google Shape;870;p20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1" name="Google Shape;871;p20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2" name="Google Shape;872;p20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3" name="Google Shape;873;p20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4" name="Google Shape;874;p20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5" name="Google Shape;875;p20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6" name="Google Shape;876;p20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7" name="Google Shape;877;p20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8" name="Google Shape;878;p20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9" name="Google Shape;879;p20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0" name="Google Shape;880;p20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1" name="Google Shape;881;p20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82" name="Google Shape;882;p20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883" name="Google Shape;883;p20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4" name="Google Shape;884;p20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5" name="Google Shape;885;p20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886" name="Google Shape;886;p20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887" name="Google Shape;887;p20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888" name="Google Shape;888;p20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9" name="Google Shape;889;p20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90" name="Google Shape;890;p20"/>
          <p:cNvSpPr txBox="1">
            <a:spLocks noGrp="1"/>
          </p:cNvSpPr>
          <p:nvPr>
            <p:ph type="title"/>
          </p:nvPr>
        </p:nvSpPr>
        <p:spPr>
          <a:xfrm>
            <a:off x="7056965" y="2001600"/>
            <a:ext cx="34728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867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1" name="Google Shape;891;p20"/>
          <p:cNvSpPr txBox="1">
            <a:spLocks noGrp="1"/>
          </p:cNvSpPr>
          <p:nvPr>
            <p:ph type="subTitle" idx="1"/>
          </p:nvPr>
        </p:nvSpPr>
        <p:spPr>
          <a:xfrm>
            <a:off x="7057133" y="3416000"/>
            <a:ext cx="3472800" cy="1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556587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3" name="Google Shape;893;p21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894" name="Google Shape;894;p21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895" name="Google Shape;895;p21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6" name="Google Shape;896;p21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7" name="Google Shape;897;p21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8" name="Google Shape;898;p21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9" name="Google Shape;899;p21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0" name="Google Shape;900;p21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1" name="Google Shape;901;p21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2" name="Google Shape;902;p21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3" name="Google Shape;903;p21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4" name="Google Shape;904;p21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5" name="Google Shape;905;p21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6" name="Google Shape;906;p21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7" name="Google Shape;907;p21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8" name="Google Shape;908;p21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9" name="Google Shape;909;p21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0" name="Google Shape;910;p21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1" name="Google Shape;911;p21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2" name="Google Shape;912;p21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3" name="Google Shape;913;p21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4" name="Google Shape;914;p21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5" name="Google Shape;915;p21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6" name="Google Shape;916;p21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7" name="Google Shape;917;p21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8" name="Google Shape;918;p21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9" name="Google Shape;919;p21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920" name="Google Shape;920;p21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1" name="Google Shape;921;p21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2" name="Google Shape;922;p21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3" name="Google Shape;923;p21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4" name="Google Shape;924;p21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5" name="Google Shape;925;p21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6" name="Google Shape;926;p21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7" name="Google Shape;927;p21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8" name="Google Shape;928;p21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9" name="Google Shape;929;p21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0" name="Google Shape;930;p21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1" name="Google Shape;931;p21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2" name="Google Shape;932;p21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33" name="Google Shape;933;p21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934" name="Google Shape;934;p21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5" name="Google Shape;935;p21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936" name="Google Shape;936;p21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937" name="Google Shape;937;p21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938" name="Google Shape;938;p2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9" name="Google Shape;939;p21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40" name="Google Shape;940;p21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41" name="Google Shape;941;p21"/>
          <p:cNvSpPr txBox="1">
            <a:spLocks noGrp="1"/>
          </p:cNvSpPr>
          <p:nvPr>
            <p:ph type="subTitle" idx="1"/>
          </p:nvPr>
        </p:nvSpPr>
        <p:spPr>
          <a:xfrm>
            <a:off x="3771133" y="4500800"/>
            <a:ext cx="5477200" cy="12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2" name="Google Shape;942;p21"/>
          <p:cNvSpPr txBox="1">
            <a:spLocks noGrp="1"/>
          </p:cNvSpPr>
          <p:nvPr>
            <p:ph type="subTitle" idx="2"/>
          </p:nvPr>
        </p:nvSpPr>
        <p:spPr>
          <a:xfrm>
            <a:off x="3771139" y="2418000"/>
            <a:ext cx="5477200" cy="12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3" name="Google Shape;943;p21"/>
          <p:cNvSpPr txBox="1">
            <a:spLocks noGrp="1"/>
          </p:cNvSpPr>
          <p:nvPr>
            <p:ph type="subTitle" idx="3"/>
          </p:nvPr>
        </p:nvSpPr>
        <p:spPr>
          <a:xfrm>
            <a:off x="3771137" y="1883033"/>
            <a:ext cx="5477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4" name="Google Shape;944;p21"/>
          <p:cNvSpPr txBox="1">
            <a:spLocks noGrp="1"/>
          </p:cNvSpPr>
          <p:nvPr>
            <p:ph type="subTitle" idx="4"/>
          </p:nvPr>
        </p:nvSpPr>
        <p:spPr>
          <a:xfrm>
            <a:off x="3771139" y="3965833"/>
            <a:ext cx="5477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92612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6" name="Google Shape;946;p22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947" name="Google Shape;947;p22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948" name="Google Shape;948;p22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9" name="Google Shape;949;p22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0" name="Google Shape;950;p22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1" name="Google Shape;951;p22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2" name="Google Shape;952;p22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3" name="Google Shape;953;p22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4" name="Google Shape;954;p22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5" name="Google Shape;955;p22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6" name="Google Shape;956;p22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7" name="Google Shape;957;p22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8" name="Google Shape;958;p22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9" name="Google Shape;959;p22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0" name="Google Shape;960;p22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1" name="Google Shape;961;p22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2" name="Google Shape;962;p22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3" name="Google Shape;963;p22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4" name="Google Shape;964;p22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5" name="Google Shape;965;p22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6" name="Google Shape;966;p22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7" name="Google Shape;967;p22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8" name="Google Shape;968;p22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9" name="Google Shape;969;p22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0" name="Google Shape;970;p22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1" name="Google Shape;971;p22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2" name="Google Shape;972;p22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973" name="Google Shape;973;p22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4" name="Google Shape;974;p22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5" name="Google Shape;975;p22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6" name="Google Shape;976;p22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7" name="Google Shape;977;p22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8" name="Google Shape;978;p22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9" name="Google Shape;979;p22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0" name="Google Shape;980;p22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1" name="Google Shape;981;p22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2" name="Google Shape;982;p22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3" name="Google Shape;983;p22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4" name="Google Shape;984;p22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5" name="Google Shape;985;p22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86" name="Google Shape;986;p22"/>
          <p:cNvGrpSpPr/>
          <p:nvPr/>
        </p:nvGrpSpPr>
        <p:grpSpPr>
          <a:xfrm>
            <a:off x="366955" y="396751"/>
            <a:ext cx="11208224" cy="6384000"/>
            <a:chOff x="275216" y="297563"/>
            <a:chExt cx="8406168" cy="4788000"/>
          </a:xfrm>
        </p:grpSpPr>
        <p:grpSp>
          <p:nvGrpSpPr>
            <p:cNvPr id="987" name="Google Shape;987;p22"/>
            <p:cNvGrpSpPr/>
            <p:nvPr/>
          </p:nvGrpSpPr>
          <p:grpSpPr>
            <a:xfrm>
              <a:off x="275216" y="297563"/>
              <a:ext cx="8406168" cy="4559400"/>
              <a:chOff x="155350" y="382538"/>
              <a:chExt cx="8686750" cy="4559400"/>
            </a:xfrm>
          </p:grpSpPr>
          <p:sp>
            <p:nvSpPr>
              <p:cNvPr id="988" name="Google Shape;988;p22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989" name="Google Shape;989;p2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90" name="Google Shape;990;p22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91" name="Google Shape;991;p22"/>
            <p:cNvSpPr/>
            <p:nvPr/>
          </p:nvSpPr>
          <p:spPr>
            <a:xfrm rot="10800000" flipH="1">
              <a:off x="946897" y="4856963"/>
              <a:ext cx="1622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2" name="Google Shape;992;p22"/>
            <p:cNvSpPr/>
            <p:nvPr/>
          </p:nvSpPr>
          <p:spPr>
            <a:xfrm rot="10800000" flipH="1">
              <a:off x="2807687" y="4856963"/>
              <a:ext cx="1622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3" name="Google Shape;993;p22"/>
            <p:cNvSpPr/>
            <p:nvPr/>
          </p:nvSpPr>
          <p:spPr>
            <a:xfrm rot="10800000" flipH="1">
              <a:off x="4668477" y="4856963"/>
              <a:ext cx="1622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4" name="Google Shape;994;p22"/>
            <p:cNvSpPr/>
            <p:nvPr/>
          </p:nvSpPr>
          <p:spPr>
            <a:xfrm rot="10800000" flipH="1">
              <a:off x="6529268" y="4856963"/>
              <a:ext cx="1622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95" name="Google Shape;995;p22"/>
          <p:cNvSpPr/>
          <p:nvPr/>
        </p:nvSpPr>
        <p:spPr>
          <a:xfrm>
            <a:off x="1262529" y="155451"/>
            <a:ext cx="2163003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6" name="Google Shape;996;p22"/>
          <p:cNvSpPr/>
          <p:nvPr/>
        </p:nvSpPr>
        <p:spPr>
          <a:xfrm>
            <a:off x="3743583" y="155451"/>
            <a:ext cx="2163003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7" name="Google Shape;997;p22"/>
          <p:cNvSpPr/>
          <p:nvPr/>
        </p:nvSpPr>
        <p:spPr>
          <a:xfrm>
            <a:off x="6224636" y="155451"/>
            <a:ext cx="2163003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8" name="Google Shape;998;p22"/>
          <p:cNvSpPr/>
          <p:nvPr/>
        </p:nvSpPr>
        <p:spPr>
          <a:xfrm>
            <a:off x="8705691" y="155451"/>
            <a:ext cx="2163003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9" name="Google Shape;999;p22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0" name="Google Shape;1000;p22"/>
          <p:cNvSpPr txBox="1">
            <a:spLocks noGrp="1"/>
          </p:cNvSpPr>
          <p:nvPr>
            <p:ph type="subTitle" idx="1"/>
          </p:nvPr>
        </p:nvSpPr>
        <p:spPr>
          <a:xfrm>
            <a:off x="6397643" y="2265067"/>
            <a:ext cx="3774000" cy="32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1" name="Google Shape;1001;p22"/>
          <p:cNvSpPr txBox="1">
            <a:spLocks noGrp="1"/>
          </p:cNvSpPr>
          <p:nvPr>
            <p:ph type="subTitle" idx="2"/>
          </p:nvPr>
        </p:nvSpPr>
        <p:spPr>
          <a:xfrm>
            <a:off x="2020467" y="2265067"/>
            <a:ext cx="3774000" cy="32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902451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Google Shape;1003;p23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004" name="Google Shape;1004;p23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005" name="Google Shape;1005;p23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6" name="Google Shape;1006;p23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7" name="Google Shape;1007;p23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8" name="Google Shape;1008;p23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9" name="Google Shape;1009;p23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0" name="Google Shape;1010;p23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1" name="Google Shape;1011;p23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2" name="Google Shape;1012;p23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3" name="Google Shape;1013;p23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4" name="Google Shape;1014;p23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5" name="Google Shape;1015;p23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6" name="Google Shape;1016;p23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7" name="Google Shape;1017;p23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8" name="Google Shape;1018;p23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9" name="Google Shape;1019;p23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0" name="Google Shape;1020;p23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1" name="Google Shape;1021;p23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2" name="Google Shape;1022;p23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3" name="Google Shape;1023;p23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4" name="Google Shape;1024;p23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5" name="Google Shape;1025;p23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6" name="Google Shape;1026;p23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7" name="Google Shape;1027;p23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8" name="Google Shape;1028;p23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9" name="Google Shape;1029;p23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030" name="Google Shape;1030;p23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1" name="Google Shape;1031;p23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2" name="Google Shape;1032;p23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3" name="Google Shape;1033;p23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4" name="Google Shape;1034;p23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5" name="Google Shape;1035;p23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6" name="Google Shape;1036;p23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7" name="Google Shape;1037;p23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8" name="Google Shape;1038;p23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9" name="Google Shape;1039;p23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0" name="Google Shape;1040;p23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1" name="Google Shape;1041;p23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2" name="Google Shape;1042;p23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43" name="Google Shape;1043;p23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1044" name="Google Shape;1044;p23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5" name="Google Shape;1045;p23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6" name="Google Shape;1046;p23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047" name="Google Shape;1047;p23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1048" name="Google Shape;1048;p23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1049" name="Google Shape;1049;p2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0" name="Google Shape;1050;p23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051" name="Google Shape;1051;p2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52" name="Google Shape;1052;p23"/>
          <p:cNvSpPr txBox="1">
            <a:spLocks noGrp="1"/>
          </p:cNvSpPr>
          <p:nvPr>
            <p:ph type="subTitle" idx="1"/>
          </p:nvPr>
        </p:nvSpPr>
        <p:spPr>
          <a:xfrm>
            <a:off x="6175884" y="2620667"/>
            <a:ext cx="4996800" cy="32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3" name="Google Shape;1053;p23"/>
          <p:cNvSpPr txBox="1">
            <a:spLocks noGrp="1"/>
          </p:cNvSpPr>
          <p:nvPr>
            <p:ph type="subTitle" idx="2"/>
          </p:nvPr>
        </p:nvSpPr>
        <p:spPr>
          <a:xfrm>
            <a:off x="1019317" y="2620667"/>
            <a:ext cx="4996800" cy="32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4" name="Google Shape;1054;p23"/>
          <p:cNvSpPr txBox="1">
            <a:spLocks noGrp="1"/>
          </p:cNvSpPr>
          <p:nvPr>
            <p:ph type="subTitle" idx="3"/>
          </p:nvPr>
        </p:nvSpPr>
        <p:spPr>
          <a:xfrm>
            <a:off x="1019316" y="2055333"/>
            <a:ext cx="499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5" name="Google Shape;1055;p23"/>
          <p:cNvSpPr txBox="1">
            <a:spLocks noGrp="1"/>
          </p:cNvSpPr>
          <p:nvPr>
            <p:ph type="subTitle" idx="4"/>
          </p:nvPr>
        </p:nvSpPr>
        <p:spPr>
          <a:xfrm>
            <a:off x="6175891" y="2055333"/>
            <a:ext cx="499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49652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7" name="Google Shape;1057;p24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058" name="Google Shape;1058;p24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059" name="Google Shape;1059;p24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0" name="Google Shape;1060;p24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1" name="Google Shape;1061;p24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2" name="Google Shape;1062;p24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3" name="Google Shape;1063;p24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4" name="Google Shape;1064;p24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5" name="Google Shape;1065;p24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6" name="Google Shape;1066;p24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7" name="Google Shape;1067;p24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8" name="Google Shape;1068;p24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9" name="Google Shape;1069;p24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0" name="Google Shape;1070;p24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1" name="Google Shape;1071;p24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2" name="Google Shape;1072;p24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3" name="Google Shape;1073;p24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4" name="Google Shape;1074;p24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5" name="Google Shape;1075;p24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6" name="Google Shape;1076;p24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7" name="Google Shape;1077;p24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8" name="Google Shape;1078;p24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9" name="Google Shape;1079;p24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0" name="Google Shape;1080;p24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1" name="Google Shape;1081;p24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2" name="Google Shape;1082;p24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3" name="Google Shape;1083;p24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084" name="Google Shape;1084;p24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5" name="Google Shape;1085;p24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6" name="Google Shape;1086;p24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7" name="Google Shape;1087;p24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8" name="Google Shape;1088;p24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9" name="Google Shape;1089;p24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0" name="Google Shape;1090;p24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1" name="Google Shape;1091;p24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2" name="Google Shape;1092;p24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3" name="Google Shape;1093;p24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4" name="Google Shape;1094;p24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5" name="Google Shape;1095;p24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6" name="Google Shape;1096;p24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97" name="Google Shape;1097;p24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1098" name="Google Shape;1098;p24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9" name="Google Shape;1099;p24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100" name="Google Shape;1100;p24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1101" name="Google Shape;1101;p24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1102" name="Google Shape;1102;p2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3" name="Google Shape;1103;p24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104" name="Google Shape;1104;p2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05" name="Google Shape;1105;p24"/>
          <p:cNvSpPr txBox="1">
            <a:spLocks noGrp="1"/>
          </p:cNvSpPr>
          <p:nvPr>
            <p:ph type="subTitle" idx="1"/>
          </p:nvPr>
        </p:nvSpPr>
        <p:spPr>
          <a:xfrm>
            <a:off x="1252100" y="3871067"/>
            <a:ext cx="3074000" cy="11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6" name="Google Shape;1106;p24"/>
          <p:cNvSpPr txBox="1">
            <a:spLocks noGrp="1"/>
          </p:cNvSpPr>
          <p:nvPr>
            <p:ph type="subTitle" idx="2"/>
          </p:nvPr>
        </p:nvSpPr>
        <p:spPr>
          <a:xfrm>
            <a:off x="4558995" y="3871067"/>
            <a:ext cx="3074000" cy="11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7" name="Google Shape;1107;p24"/>
          <p:cNvSpPr txBox="1">
            <a:spLocks noGrp="1"/>
          </p:cNvSpPr>
          <p:nvPr>
            <p:ph type="subTitle" idx="3"/>
          </p:nvPr>
        </p:nvSpPr>
        <p:spPr>
          <a:xfrm>
            <a:off x="7865899" y="3871067"/>
            <a:ext cx="3074000" cy="11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8" name="Google Shape;1108;p24"/>
          <p:cNvSpPr txBox="1">
            <a:spLocks noGrp="1"/>
          </p:cNvSpPr>
          <p:nvPr>
            <p:ph type="subTitle" idx="4"/>
          </p:nvPr>
        </p:nvSpPr>
        <p:spPr>
          <a:xfrm>
            <a:off x="1252100" y="332666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9" name="Google Shape;1109;p24"/>
          <p:cNvSpPr txBox="1">
            <a:spLocks noGrp="1"/>
          </p:cNvSpPr>
          <p:nvPr>
            <p:ph type="subTitle" idx="5"/>
          </p:nvPr>
        </p:nvSpPr>
        <p:spPr>
          <a:xfrm>
            <a:off x="4559000" y="332666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10" name="Google Shape;1110;p24"/>
          <p:cNvSpPr txBox="1">
            <a:spLocks noGrp="1"/>
          </p:cNvSpPr>
          <p:nvPr>
            <p:ph type="subTitle" idx="6"/>
          </p:nvPr>
        </p:nvSpPr>
        <p:spPr>
          <a:xfrm>
            <a:off x="7865897" y="332666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334320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2" name="Google Shape;1112;p25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113" name="Google Shape;1113;p25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114" name="Google Shape;1114;p25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5" name="Google Shape;1115;p25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6" name="Google Shape;1116;p25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7" name="Google Shape;1117;p25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8" name="Google Shape;1118;p25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9" name="Google Shape;1119;p25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0" name="Google Shape;1120;p25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1" name="Google Shape;1121;p25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2" name="Google Shape;1122;p25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3" name="Google Shape;1123;p25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4" name="Google Shape;1124;p25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5" name="Google Shape;1125;p25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6" name="Google Shape;1126;p25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7" name="Google Shape;1127;p25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8" name="Google Shape;1128;p25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9" name="Google Shape;1129;p25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0" name="Google Shape;1130;p25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1" name="Google Shape;1131;p25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2" name="Google Shape;1132;p25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3" name="Google Shape;1133;p25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4" name="Google Shape;1134;p25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5" name="Google Shape;1135;p25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6" name="Google Shape;1136;p25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7" name="Google Shape;1137;p25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8" name="Google Shape;1138;p25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139" name="Google Shape;1139;p25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0" name="Google Shape;1140;p25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1" name="Google Shape;1141;p25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2" name="Google Shape;1142;p25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3" name="Google Shape;1143;p25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4" name="Google Shape;1144;p25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5" name="Google Shape;1145;p25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6" name="Google Shape;1146;p25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7" name="Google Shape;1147;p25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8" name="Google Shape;1148;p25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9" name="Google Shape;1149;p25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0" name="Google Shape;1150;p25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1" name="Google Shape;1151;p25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52" name="Google Shape;1152;p25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1153" name="Google Shape;1153;p25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4" name="Google Shape;1154;p25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155" name="Google Shape;1155;p25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1156" name="Google Shape;1156;p25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1157" name="Google Shape;1157;p2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8" name="Google Shape;1158;p25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159" name="Google Shape;1159;p2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60" name="Google Shape;1160;p25"/>
          <p:cNvSpPr txBox="1">
            <a:spLocks noGrp="1"/>
          </p:cNvSpPr>
          <p:nvPr>
            <p:ph type="subTitle" idx="1"/>
          </p:nvPr>
        </p:nvSpPr>
        <p:spPr>
          <a:xfrm>
            <a:off x="3150164" y="2476833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1" name="Google Shape;1161;p25"/>
          <p:cNvSpPr txBox="1">
            <a:spLocks noGrp="1"/>
          </p:cNvSpPr>
          <p:nvPr>
            <p:ph type="subTitle" idx="2"/>
          </p:nvPr>
        </p:nvSpPr>
        <p:spPr>
          <a:xfrm>
            <a:off x="7077069" y="2476833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2" name="Google Shape;1162;p25"/>
          <p:cNvSpPr txBox="1">
            <a:spLocks noGrp="1"/>
          </p:cNvSpPr>
          <p:nvPr>
            <p:ph type="subTitle" idx="3"/>
          </p:nvPr>
        </p:nvSpPr>
        <p:spPr>
          <a:xfrm>
            <a:off x="3150164" y="4667333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3" name="Google Shape;1163;p25"/>
          <p:cNvSpPr txBox="1">
            <a:spLocks noGrp="1"/>
          </p:cNvSpPr>
          <p:nvPr>
            <p:ph type="subTitle" idx="4"/>
          </p:nvPr>
        </p:nvSpPr>
        <p:spPr>
          <a:xfrm>
            <a:off x="7077069" y="4667333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4" name="Google Shape;1164;p25"/>
          <p:cNvSpPr txBox="1">
            <a:spLocks noGrp="1"/>
          </p:cNvSpPr>
          <p:nvPr>
            <p:ph type="subTitle" idx="5"/>
          </p:nvPr>
        </p:nvSpPr>
        <p:spPr>
          <a:xfrm>
            <a:off x="3150151" y="1922067"/>
            <a:ext cx="2637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5" name="Google Shape;1165;p25"/>
          <p:cNvSpPr txBox="1">
            <a:spLocks noGrp="1"/>
          </p:cNvSpPr>
          <p:nvPr>
            <p:ph type="subTitle" idx="6"/>
          </p:nvPr>
        </p:nvSpPr>
        <p:spPr>
          <a:xfrm>
            <a:off x="3150151" y="4112700"/>
            <a:ext cx="2637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6" name="Google Shape;1166;p25"/>
          <p:cNvSpPr txBox="1">
            <a:spLocks noGrp="1"/>
          </p:cNvSpPr>
          <p:nvPr>
            <p:ph type="subTitle" idx="7"/>
          </p:nvPr>
        </p:nvSpPr>
        <p:spPr>
          <a:xfrm>
            <a:off x="7077051" y="1922067"/>
            <a:ext cx="2637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7" name="Google Shape;1167;p25"/>
          <p:cNvSpPr txBox="1">
            <a:spLocks noGrp="1"/>
          </p:cNvSpPr>
          <p:nvPr>
            <p:ph type="subTitle" idx="8"/>
          </p:nvPr>
        </p:nvSpPr>
        <p:spPr>
          <a:xfrm>
            <a:off x="7077051" y="4112700"/>
            <a:ext cx="2637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96111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9" name="Google Shape;1169;p26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170" name="Google Shape;1170;p26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171" name="Google Shape;1171;p26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2" name="Google Shape;1172;p26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3" name="Google Shape;1173;p26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4" name="Google Shape;1174;p26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5" name="Google Shape;1175;p26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6" name="Google Shape;1176;p26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7" name="Google Shape;1177;p26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8" name="Google Shape;1178;p26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9" name="Google Shape;1179;p26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0" name="Google Shape;1180;p26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1" name="Google Shape;1181;p26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2" name="Google Shape;1182;p26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3" name="Google Shape;1183;p26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4" name="Google Shape;1184;p26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5" name="Google Shape;1185;p26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6" name="Google Shape;1186;p26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7" name="Google Shape;1187;p26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8" name="Google Shape;1188;p26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9" name="Google Shape;1189;p26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0" name="Google Shape;1190;p26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1" name="Google Shape;1191;p26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2" name="Google Shape;1192;p26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3" name="Google Shape;1193;p26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4" name="Google Shape;1194;p26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5" name="Google Shape;1195;p26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196" name="Google Shape;1196;p26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7" name="Google Shape;1197;p26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8" name="Google Shape;1198;p26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9" name="Google Shape;1199;p26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0" name="Google Shape;1200;p26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1" name="Google Shape;1201;p26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2" name="Google Shape;1202;p26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3" name="Google Shape;1203;p26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4" name="Google Shape;1204;p26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5" name="Google Shape;1205;p26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6" name="Google Shape;1206;p26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7" name="Google Shape;1207;p26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8" name="Google Shape;1208;p26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09" name="Google Shape;1209;p26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1210" name="Google Shape;1210;p26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1" name="Google Shape;1211;p26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212" name="Google Shape;1212;p26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1214" name="Google Shape;1214;p2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15" name="Google Shape;1215;p26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216" name="Google Shape;1216;p2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7" name="Google Shape;1217;p26"/>
          <p:cNvSpPr txBox="1">
            <a:spLocks noGrp="1"/>
          </p:cNvSpPr>
          <p:nvPr>
            <p:ph type="subTitle" idx="1"/>
          </p:nvPr>
        </p:nvSpPr>
        <p:spPr>
          <a:xfrm>
            <a:off x="1316567" y="2884233"/>
            <a:ext cx="2972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8" name="Google Shape;1218;p26"/>
          <p:cNvSpPr txBox="1">
            <a:spLocks noGrp="1"/>
          </p:cNvSpPr>
          <p:nvPr>
            <p:ph type="subTitle" idx="2"/>
          </p:nvPr>
        </p:nvSpPr>
        <p:spPr>
          <a:xfrm>
            <a:off x="4615600" y="2884233"/>
            <a:ext cx="2960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9" name="Google Shape;1219;p26"/>
          <p:cNvSpPr txBox="1">
            <a:spLocks noGrp="1"/>
          </p:cNvSpPr>
          <p:nvPr>
            <p:ph type="subTitle" idx="3"/>
          </p:nvPr>
        </p:nvSpPr>
        <p:spPr>
          <a:xfrm>
            <a:off x="1316567" y="5070600"/>
            <a:ext cx="2972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0" name="Google Shape;1220;p26"/>
          <p:cNvSpPr txBox="1">
            <a:spLocks noGrp="1"/>
          </p:cNvSpPr>
          <p:nvPr>
            <p:ph type="subTitle" idx="4"/>
          </p:nvPr>
        </p:nvSpPr>
        <p:spPr>
          <a:xfrm>
            <a:off x="4615600" y="5070600"/>
            <a:ext cx="2960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1" name="Google Shape;1221;p26"/>
          <p:cNvSpPr txBox="1">
            <a:spLocks noGrp="1"/>
          </p:cNvSpPr>
          <p:nvPr>
            <p:ph type="subTitle" idx="5"/>
          </p:nvPr>
        </p:nvSpPr>
        <p:spPr>
          <a:xfrm>
            <a:off x="7902933" y="2884233"/>
            <a:ext cx="2972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2" name="Google Shape;1222;p26"/>
          <p:cNvSpPr txBox="1">
            <a:spLocks noGrp="1"/>
          </p:cNvSpPr>
          <p:nvPr>
            <p:ph type="subTitle" idx="6"/>
          </p:nvPr>
        </p:nvSpPr>
        <p:spPr>
          <a:xfrm>
            <a:off x="7902933" y="5070600"/>
            <a:ext cx="2972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3" name="Google Shape;1223;p26"/>
          <p:cNvSpPr txBox="1">
            <a:spLocks noGrp="1"/>
          </p:cNvSpPr>
          <p:nvPr>
            <p:ph type="subTitle" idx="7"/>
          </p:nvPr>
        </p:nvSpPr>
        <p:spPr>
          <a:xfrm>
            <a:off x="1322400" y="2330600"/>
            <a:ext cx="296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4" name="Google Shape;1224;p26"/>
          <p:cNvSpPr txBox="1">
            <a:spLocks noGrp="1"/>
          </p:cNvSpPr>
          <p:nvPr>
            <p:ph type="subTitle" idx="8"/>
          </p:nvPr>
        </p:nvSpPr>
        <p:spPr>
          <a:xfrm>
            <a:off x="4621411" y="2330600"/>
            <a:ext cx="2949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5" name="Google Shape;1225;p26"/>
          <p:cNvSpPr txBox="1">
            <a:spLocks noGrp="1"/>
          </p:cNvSpPr>
          <p:nvPr>
            <p:ph type="subTitle" idx="9"/>
          </p:nvPr>
        </p:nvSpPr>
        <p:spPr>
          <a:xfrm>
            <a:off x="7908768" y="2330600"/>
            <a:ext cx="296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6" name="Google Shape;1226;p26"/>
          <p:cNvSpPr txBox="1">
            <a:spLocks noGrp="1"/>
          </p:cNvSpPr>
          <p:nvPr>
            <p:ph type="subTitle" idx="13"/>
          </p:nvPr>
        </p:nvSpPr>
        <p:spPr>
          <a:xfrm>
            <a:off x="1322400" y="4516933"/>
            <a:ext cx="296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7" name="Google Shape;1227;p26"/>
          <p:cNvSpPr txBox="1">
            <a:spLocks noGrp="1"/>
          </p:cNvSpPr>
          <p:nvPr>
            <p:ph type="subTitle" idx="14"/>
          </p:nvPr>
        </p:nvSpPr>
        <p:spPr>
          <a:xfrm>
            <a:off x="4621411" y="4516933"/>
            <a:ext cx="2949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8" name="Google Shape;1228;p26"/>
          <p:cNvSpPr txBox="1">
            <a:spLocks noGrp="1"/>
          </p:cNvSpPr>
          <p:nvPr>
            <p:ph type="subTitle" idx="15"/>
          </p:nvPr>
        </p:nvSpPr>
        <p:spPr>
          <a:xfrm>
            <a:off x="7908768" y="4516933"/>
            <a:ext cx="296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76810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">
  <p:cSld name="Title and eight columns"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0" name="Google Shape;1230;p27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231" name="Google Shape;1231;p27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232" name="Google Shape;1232;p27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3" name="Google Shape;1233;p27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4" name="Google Shape;1234;p27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5" name="Google Shape;1235;p27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6" name="Google Shape;1236;p27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7" name="Google Shape;1237;p27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8" name="Google Shape;1238;p27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9" name="Google Shape;1239;p27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0" name="Google Shape;1240;p27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1" name="Google Shape;1241;p27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2" name="Google Shape;1242;p27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3" name="Google Shape;1243;p27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4" name="Google Shape;1244;p27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5" name="Google Shape;1245;p27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6" name="Google Shape;1246;p27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7" name="Google Shape;1247;p27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8" name="Google Shape;1248;p27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9" name="Google Shape;1249;p27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0" name="Google Shape;1250;p27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1" name="Google Shape;1251;p27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2" name="Google Shape;1252;p27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3" name="Google Shape;1253;p27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4" name="Google Shape;1254;p27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5" name="Google Shape;1255;p27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6" name="Google Shape;1256;p27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257" name="Google Shape;1257;p27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8" name="Google Shape;1258;p27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9" name="Google Shape;1259;p27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0" name="Google Shape;1260;p27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1" name="Google Shape;1261;p27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2" name="Google Shape;1262;p27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3" name="Google Shape;1263;p27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4" name="Google Shape;1264;p27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5" name="Google Shape;1265;p27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6" name="Google Shape;1266;p27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7" name="Google Shape;1267;p27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8" name="Google Shape;1268;p27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9" name="Google Shape;1269;p27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70" name="Google Shape;1270;p27"/>
          <p:cNvGrpSpPr/>
          <p:nvPr/>
        </p:nvGrpSpPr>
        <p:grpSpPr>
          <a:xfrm>
            <a:off x="366955" y="405600"/>
            <a:ext cx="11512845" cy="6079200"/>
            <a:chOff x="275216" y="304200"/>
            <a:chExt cx="8634634" cy="4559400"/>
          </a:xfrm>
        </p:grpSpPr>
        <p:grpSp>
          <p:nvGrpSpPr>
            <p:cNvPr id="1271" name="Google Shape;1271;p27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1272" name="Google Shape;1272;p27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1273" name="Google Shape;1273;p2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74" name="Google Shape;1274;p27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75" name="Google Shape;1275;p27"/>
            <p:cNvSpPr/>
            <p:nvPr/>
          </p:nvSpPr>
          <p:spPr>
            <a:xfrm rot="5400000">
              <a:off x="8438250" y="10169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6" name="Google Shape;1276;p27"/>
            <p:cNvSpPr/>
            <p:nvPr/>
          </p:nvSpPr>
          <p:spPr>
            <a:xfrm rot="5400000">
              <a:off x="8447100" y="1832875"/>
              <a:ext cx="6969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77" name="Google Shape;1277;p27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Noto Sans"/>
                <a:ea typeface="Noto Sans"/>
                <a:cs typeface="Noto Sans"/>
                <a:sym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Noto Sans"/>
                <a:ea typeface="Noto Sans"/>
                <a:cs typeface="Noto Sans"/>
                <a:sym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Noto Sans"/>
                <a:ea typeface="Noto Sans"/>
                <a:cs typeface="Noto Sans"/>
                <a:sym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Noto Sans"/>
                <a:ea typeface="Noto Sans"/>
                <a:cs typeface="Noto Sans"/>
                <a:sym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Noto Sans"/>
                <a:ea typeface="Noto Sans"/>
                <a:cs typeface="Noto Sans"/>
                <a:sym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Noto Sans"/>
                <a:ea typeface="Noto Sans"/>
                <a:cs typeface="Noto Sans"/>
                <a:sym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Noto Sans"/>
                <a:ea typeface="Noto Sans"/>
                <a:cs typeface="Noto Sans"/>
                <a:sym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78" name="Google Shape;1278;p27"/>
          <p:cNvSpPr txBox="1">
            <a:spLocks noGrp="1"/>
          </p:cNvSpPr>
          <p:nvPr>
            <p:ph type="subTitle" idx="1"/>
          </p:nvPr>
        </p:nvSpPr>
        <p:spPr>
          <a:xfrm>
            <a:off x="2606800" y="1953300"/>
            <a:ext cx="3375200" cy="8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79" name="Google Shape;1279;p27"/>
          <p:cNvSpPr txBox="1">
            <a:spLocks noGrp="1"/>
          </p:cNvSpPr>
          <p:nvPr>
            <p:ph type="title" idx="2" hasCustomPrompt="1"/>
          </p:nvPr>
        </p:nvSpPr>
        <p:spPr>
          <a:xfrm>
            <a:off x="1041033" y="1953300"/>
            <a:ext cx="1385600" cy="824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280" name="Google Shape;1280;p27"/>
          <p:cNvSpPr txBox="1">
            <a:spLocks noGrp="1"/>
          </p:cNvSpPr>
          <p:nvPr>
            <p:ph type="subTitle" idx="3"/>
          </p:nvPr>
        </p:nvSpPr>
        <p:spPr>
          <a:xfrm>
            <a:off x="2606800" y="2943900"/>
            <a:ext cx="3375200" cy="8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1" name="Google Shape;1281;p27"/>
          <p:cNvSpPr txBox="1">
            <a:spLocks noGrp="1"/>
          </p:cNvSpPr>
          <p:nvPr>
            <p:ph type="title" idx="4" hasCustomPrompt="1"/>
          </p:nvPr>
        </p:nvSpPr>
        <p:spPr>
          <a:xfrm>
            <a:off x="1041033" y="2943900"/>
            <a:ext cx="1385600" cy="824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282" name="Google Shape;1282;p27"/>
          <p:cNvSpPr txBox="1">
            <a:spLocks noGrp="1"/>
          </p:cNvSpPr>
          <p:nvPr>
            <p:ph type="subTitle" idx="5"/>
          </p:nvPr>
        </p:nvSpPr>
        <p:spPr>
          <a:xfrm>
            <a:off x="2606800" y="3934500"/>
            <a:ext cx="3375200" cy="8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3" name="Google Shape;1283;p27"/>
          <p:cNvSpPr txBox="1">
            <a:spLocks noGrp="1"/>
          </p:cNvSpPr>
          <p:nvPr>
            <p:ph type="title" idx="6" hasCustomPrompt="1"/>
          </p:nvPr>
        </p:nvSpPr>
        <p:spPr>
          <a:xfrm>
            <a:off x="1041033" y="3934500"/>
            <a:ext cx="1385600" cy="824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284" name="Google Shape;1284;p27"/>
          <p:cNvSpPr txBox="1">
            <a:spLocks noGrp="1"/>
          </p:cNvSpPr>
          <p:nvPr>
            <p:ph type="subTitle" idx="7"/>
          </p:nvPr>
        </p:nvSpPr>
        <p:spPr>
          <a:xfrm>
            <a:off x="2606800" y="4925100"/>
            <a:ext cx="3375200" cy="8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5" name="Google Shape;1285;p27"/>
          <p:cNvSpPr txBox="1">
            <a:spLocks noGrp="1"/>
          </p:cNvSpPr>
          <p:nvPr>
            <p:ph type="title" idx="8" hasCustomPrompt="1"/>
          </p:nvPr>
        </p:nvSpPr>
        <p:spPr>
          <a:xfrm>
            <a:off x="1041033" y="4925100"/>
            <a:ext cx="1385600" cy="824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286" name="Google Shape;1286;p27"/>
          <p:cNvSpPr txBox="1">
            <a:spLocks noGrp="1"/>
          </p:cNvSpPr>
          <p:nvPr>
            <p:ph type="subTitle" idx="9"/>
          </p:nvPr>
        </p:nvSpPr>
        <p:spPr>
          <a:xfrm>
            <a:off x="7775700" y="1953300"/>
            <a:ext cx="3375200" cy="8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7" name="Google Shape;1287;p27"/>
          <p:cNvSpPr txBox="1">
            <a:spLocks noGrp="1"/>
          </p:cNvSpPr>
          <p:nvPr>
            <p:ph type="title" idx="13" hasCustomPrompt="1"/>
          </p:nvPr>
        </p:nvSpPr>
        <p:spPr>
          <a:xfrm>
            <a:off x="6209933" y="1953300"/>
            <a:ext cx="1385600" cy="824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288" name="Google Shape;1288;p27"/>
          <p:cNvSpPr txBox="1">
            <a:spLocks noGrp="1"/>
          </p:cNvSpPr>
          <p:nvPr>
            <p:ph type="subTitle" idx="14"/>
          </p:nvPr>
        </p:nvSpPr>
        <p:spPr>
          <a:xfrm>
            <a:off x="7775700" y="2943900"/>
            <a:ext cx="3375200" cy="8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9" name="Google Shape;1289;p27"/>
          <p:cNvSpPr txBox="1">
            <a:spLocks noGrp="1"/>
          </p:cNvSpPr>
          <p:nvPr>
            <p:ph type="title" idx="15" hasCustomPrompt="1"/>
          </p:nvPr>
        </p:nvSpPr>
        <p:spPr>
          <a:xfrm>
            <a:off x="6209933" y="2943900"/>
            <a:ext cx="1385600" cy="824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290" name="Google Shape;1290;p27"/>
          <p:cNvSpPr txBox="1">
            <a:spLocks noGrp="1"/>
          </p:cNvSpPr>
          <p:nvPr>
            <p:ph type="subTitle" idx="16"/>
          </p:nvPr>
        </p:nvSpPr>
        <p:spPr>
          <a:xfrm>
            <a:off x="7775700" y="3934500"/>
            <a:ext cx="3375200" cy="8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1" name="Google Shape;1291;p27"/>
          <p:cNvSpPr txBox="1">
            <a:spLocks noGrp="1"/>
          </p:cNvSpPr>
          <p:nvPr>
            <p:ph type="title" idx="17" hasCustomPrompt="1"/>
          </p:nvPr>
        </p:nvSpPr>
        <p:spPr>
          <a:xfrm>
            <a:off x="6209933" y="3934500"/>
            <a:ext cx="1385600" cy="824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292" name="Google Shape;1292;p27"/>
          <p:cNvSpPr txBox="1">
            <a:spLocks noGrp="1"/>
          </p:cNvSpPr>
          <p:nvPr>
            <p:ph type="subTitle" idx="18"/>
          </p:nvPr>
        </p:nvSpPr>
        <p:spPr>
          <a:xfrm>
            <a:off x="7775700" y="4925100"/>
            <a:ext cx="3375200" cy="8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3" name="Google Shape;1293;p27"/>
          <p:cNvSpPr txBox="1">
            <a:spLocks noGrp="1"/>
          </p:cNvSpPr>
          <p:nvPr>
            <p:ph type="title" idx="19" hasCustomPrompt="1"/>
          </p:nvPr>
        </p:nvSpPr>
        <p:spPr>
          <a:xfrm>
            <a:off x="6209933" y="4925100"/>
            <a:ext cx="1385600" cy="824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145880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5" name="Google Shape;1295;p28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296" name="Google Shape;1296;p28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297" name="Google Shape;1297;p28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8" name="Google Shape;1298;p28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9" name="Google Shape;1299;p28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0" name="Google Shape;1300;p28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1" name="Google Shape;1301;p28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2" name="Google Shape;1302;p28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3" name="Google Shape;1303;p28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4" name="Google Shape;1304;p28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5" name="Google Shape;1305;p28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6" name="Google Shape;1306;p28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7" name="Google Shape;1307;p28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8" name="Google Shape;1308;p28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9" name="Google Shape;1309;p28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0" name="Google Shape;1310;p28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1" name="Google Shape;1311;p28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2" name="Google Shape;1312;p28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3" name="Google Shape;1313;p28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4" name="Google Shape;1314;p28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5" name="Google Shape;1315;p28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6" name="Google Shape;1316;p28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7" name="Google Shape;1317;p28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8" name="Google Shape;1318;p28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9" name="Google Shape;1319;p28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0" name="Google Shape;1320;p28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1" name="Google Shape;1321;p28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322" name="Google Shape;1322;p28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3" name="Google Shape;1323;p28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4" name="Google Shape;1324;p28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5" name="Google Shape;1325;p28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6" name="Google Shape;1326;p28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7" name="Google Shape;1327;p28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8" name="Google Shape;1328;p28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9" name="Google Shape;1329;p28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0" name="Google Shape;1330;p28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1" name="Google Shape;1331;p28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2" name="Google Shape;1332;p28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3" name="Google Shape;1333;p28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4" name="Google Shape;1334;p28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35" name="Google Shape;1335;p28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1336" name="Google Shape;1336;p28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339" name="Google Shape;1339;p28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1340" name="Google Shape;1340;p28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1341" name="Google Shape;1341;p2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2" name="Google Shape;1342;p28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343" name="Google Shape;1343;p28"/>
          <p:cNvSpPr txBox="1">
            <a:spLocks noGrp="1"/>
          </p:cNvSpPr>
          <p:nvPr>
            <p:ph type="title" hasCustomPrompt="1"/>
          </p:nvPr>
        </p:nvSpPr>
        <p:spPr>
          <a:xfrm>
            <a:off x="4040867" y="1520800"/>
            <a:ext cx="4110400" cy="1025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4" name="Google Shape;1344;p28"/>
          <p:cNvSpPr txBox="1">
            <a:spLocks noGrp="1"/>
          </p:cNvSpPr>
          <p:nvPr>
            <p:ph type="subTitle" idx="1"/>
          </p:nvPr>
        </p:nvSpPr>
        <p:spPr>
          <a:xfrm>
            <a:off x="4040867" y="2723799"/>
            <a:ext cx="4110400" cy="5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45" name="Google Shape;1345;p28"/>
          <p:cNvSpPr txBox="1">
            <a:spLocks noGrp="1"/>
          </p:cNvSpPr>
          <p:nvPr>
            <p:ph type="title" idx="2" hasCustomPrompt="1"/>
          </p:nvPr>
        </p:nvSpPr>
        <p:spPr>
          <a:xfrm>
            <a:off x="1805684" y="3615900"/>
            <a:ext cx="4110400" cy="1025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6" name="Google Shape;1346;p28"/>
          <p:cNvSpPr txBox="1">
            <a:spLocks noGrp="1"/>
          </p:cNvSpPr>
          <p:nvPr>
            <p:ph type="subTitle" idx="3"/>
          </p:nvPr>
        </p:nvSpPr>
        <p:spPr>
          <a:xfrm>
            <a:off x="1805684" y="4818899"/>
            <a:ext cx="4110400" cy="5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47" name="Google Shape;1347;p28"/>
          <p:cNvSpPr txBox="1">
            <a:spLocks noGrp="1"/>
          </p:cNvSpPr>
          <p:nvPr>
            <p:ph type="title" idx="4" hasCustomPrompt="1"/>
          </p:nvPr>
        </p:nvSpPr>
        <p:spPr>
          <a:xfrm>
            <a:off x="6275917" y="3622167"/>
            <a:ext cx="4110400" cy="1025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8" name="Google Shape;1348;p28"/>
          <p:cNvSpPr txBox="1">
            <a:spLocks noGrp="1"/>
          </p:cNvSpPr>
          <p:nvPr>
            <p:ph type="subTitle" idx="5"/>
          </p:nvPr>
        </p:nvSpPr>
        <p:spPr>
          <a:xfrm>
            <a:off x="6275917" y="4825168"/>
            <a:ext cx="4110400" cy="5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18985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0" name="Google Shape;1350;p29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351" name="Google Shape;1351;p29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352" name="Google Shape;1352;p29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3" name="Google Shape;1353;p29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4" name="Google Shape;1354;p29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5" name="Google Shape;1355;p29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6" name="Google Shape;1356;p29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7" name="Google Shape;1357;p29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8" name="Google Shape;1358;p29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9" name="Google Shape;1359;p29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0" name="Google Shape;1360;p29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1" name="Google Shape;1361;p29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2" name="Google Shape;1362;p29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3" name="Google Shape;1363;p29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4" name="Google Shape;1364;p29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5" name="Google Shape;1365;p29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6" name="Google Shape;1366;p29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7" name="Google Shape;1367;p29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8" name="Google Shape;1368;p29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9" name="Google Shape;1369;p29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0" name="Google Shape;1370;p29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1" name="Google Shape;1371;p29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2" name="Google Shape;1372;p29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3" name="Google Shape;1373;p29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4" name="Google Shape;1374;p29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5" name="Google Shape;1375;p29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6" name="Google Shape;1376;p29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377" name="Google Shape;1377;p29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8" name="Google Shape;1378;p29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9" name="Google Shape;1379;p29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0" name="Google Shape;1380;p29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1" name="Google Shape;1381;p29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2" name="Google Shape;1382;p29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3" name="Google Shape;1383;p29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4" name="Google Shape;1384;p29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5" name="Google Shape;1385;p29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6" name="Google Shape;1386;p29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7" name="Google Shape;1387;p29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8" name="Google Shape;1388;p29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9" name="Google Shape;1389;p29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90" name="Google Shape;1390;p29"/>
          <p:cNvGrpSpPr/>
          <p:nvPr/>
        </p:nvGrpSpPr>
        <p:grpSpPr>
          <a:xfrm>
            <a:off x="366955" y="405600"/>
            <a:ext cx="11512845" cy="6079200"/>
            <a:chOff x="275216" y="304200"/>
            <a:chExt cx="8634634" cy="4559400"/>
          </a:xfrm>
        </p:grpSpPr>
        <p:grpSp>
          <p:nvGrpSpPr>
            <p:cNvPr id="1391" name="Google Shape;1391;p29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1392" name="Google Shape;1392;p29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1393" name="Google Shape;1393;p2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94" name="Google Shape;1394;p29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95" name="Google Shape;1395;p29"/>
            <p:cNvSpPr/>
            <p:nvPr/>
          </p:nvSpPr>
          <p:spPr>
            <a:xfrm rot="5400000">
              <a:off x="8438250" y="10169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6" name="Google Shape;1396;p29"/>
          <p:cNvSpPr txBox="1">
            <a:spLocks noGrp="1"/>
          </p:cNvSpPr>
          <p:nvPr>
            <p:ph type="title" hasCustomPrompt="1"/>
          </p:nvPr>
        </p:nvSpPr>
        <p:spPr>
          <a:xfrm>
            <a:off x="1767533" y="1791233"/>
            <a:ext cx="1865200" cy="820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97" name="Google Shape;1397;p29"/>
          <p:cNvSpPr txBox="1">
            <a:spLocks noGrp="1"/>
          </p:cNvSpPr>
          <p:nvPr>
            <p:ph type="subTitle" idx="1"/>
          </p:nvPr>
        </p:nvSpPr>
        <p:spPr>
          <a:xfrm>
            <a:off x="1251333" y="4963067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98" name="Google Shape;1398;p29"/>
          <p:cNvSpPr txBox="1">
            <a:spLocks noGrp="1"/>
          </p:cNvSpPr>
          <p:nvPr>
            <p:ph type="subTitle" idx="2"/>
          </p:nvPr>
        </p:nvSpPr>
        <p:spPr>
          <a:xfrm>
            <a:off x="1251333" y="4413267"/>
            <a:ext cx="2897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99" name="Google Shape;1399;p29"/>
          <p:cNvSpPr txBox="1">
            <a:spLocks noGrp="1"/>
          </p:cNvSpPr>
          <p:nvPr>
            <p:ph type="title" idx="3" hasCustomPrompt="1"/>
          </p:nvPr>
        </p:nvSpPr>
        <p:spPr>
          <a:xfrm>
            <a:off x="5164133" y="1791233"/>
            <a:ext cx="1863600" cy="820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00" name="Google Shape;1400;p29"/>
          <p:cNvSpPr txBox="1">
            <a:spLocks noGrp="1"/>
          </p:cNvSpPr>
          <p:nvPr>
            <p:ph type="subTitle" idx="4"/>
          </p:nvPr>
        </p:nvSpPr>
        <p:spPr>
          <a:xfrm>
            <a:off x="4647200" y="4963067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01" name="Google Shape;1401;p29"/>
          <p:cNvSpPr txBox="1">
            <a:spLocks noGrp="1"/>
          </p:cNvSpPr>
          <p:nvPr>
            <p:ph type="subTitle" idx="5"/>
          </p:nvPr>
        </p:nvSpPr>
        <p:spPr>
          <a:xfrm>
            <a:off x="4647200" y="4413267"/>
            <a:ext cx="2897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02" name="Google Shape;1402;p29"/>
          <p:cNvSpPr txBox="1">
            <a:spLocks noGrp="1"/>
          </p:cNvSpPr>
          <p:nvPr>
            <p:ph type="title" idx="6" hasCustomPrompt="1"/>
          </p:nvPr>
        </p:nvSpPr>
        <p:spPr>
          <a:xfrm>
            <a:off x="8556900" y="1791233"/>
            <a:ext cx="1863600" cy="820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03" name="Google Shape;1403;p29"/>
          <p:cNvSpPr txBox="1">
            <a:spLocks noGrp="1"/>
          </p:cNvSpPr>
          <p:nvPr>
            <p:ph type="subTitle" idx="7"/>
          </p:nvPr>
        </p:nvSpPr>
        <p:spPr>
          <a:xfrm>
            <a:off x="8043067" y="4963067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04" name="Google Shape;1404;p29"/>
          <p:cNvSpPr txBox="1">
            <a:spLocks noGrp="1"/>
          </p:cNvSpPr>
          <p:nvPr>
            <p:ph type="subTitle" idx="8"/>
          </p:nvPr>
        </p:nvSpPr>
        <p:spPr>
          <a:xfrm>
            <a:off x="8043067" y="4413267"/>
            <a:ext cx="2897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05" name="Google Shape;1405;p29"/>
          <p:cNvSpPr txBox="1">
            <a:spLocks noGrp="1"/>
          </p:cNvSpPr>
          <p:nvPr>
            <p:ph type="title" idx="9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960154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7" name="Google Shape;1407;p30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408" name="Google Shape;1408;p30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409" name="Google Shape;1409;p30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0" name="Google Shape;1410;p30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1" name="Google Shape;1411;p30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2" name="Google Shape;1412;p30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3" name="Google Shape;1413;p30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4" name="Google Shape;1414;p30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5" name="Google Shape;1415;p30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6" name="Google Shape;1416;p30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7" name="Google Shape;1417;p30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8" name="Google Shape;1418;p30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9" name="Google Shape;1419;p30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0" name="Google Shape;1420;p30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1" name="Google Shape;1421;p30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2" name="Google Shape;1422;p30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3" name="Google Shape;1423;p30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4" name="Google Shape;1424;p30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5" name="Google Shape;1425;p30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6" name="Google Shape;1426;p30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7" name="Google Shape;1427;p30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8" name="Google Shape;1428;p30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9" name="Google Shape;1429;p30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0" name="Google Shape;1430;p30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1" name="Google Shape;1431;p30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2" name="Google Shape;1432;p30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3" name="Google Shape;1433;p30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434" name="Google Shape;1434;p30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5" name="Google Shape;1435;p30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6" name="Google Shape;1436;p30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7" name="Google Shape;1437;p30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8" name="Google Shape;1438;p30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9" name="Google Shape;1439;p30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0" name="Google Shape;1440;p30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1" name="Google Shape;1441;p30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2" name="Google Shape;1442;p30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3" name="Google Shape;1443;p30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4" name="Google Shape;1444;p30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5" name="Google Shape;1445;p30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6" name="Google Shape;1446;p30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47" name="Google Shape;1447;p30"/>
          <p:cNvGrpSpPr/>
          <p:nvPr/>
        </p:nvGrpSpPr>
        <p:grpSpPr>
          <a:xfrm>
            <a:off x="136834" y="148167"/>
            <a:ext cx="11652633" cy="6320500"/>
            <a:chOff x="102625" y="111125"/>
            <a:chExt cx="8739475" cy="4740375"/>
          </a:xfrm>
        </p:grpSpPr>
        <p:sp>
          <p:nvSpPr>
            <p:cNvPr id="1448" name="Google Shape;1448;p30"/>
            <p:cNvSpPr/>
            <p:nvPr/>
          </p:nvSpPr>
          <p:spPr>
            <a:xfrm>
              <a:off x="849450" y="111125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9" name="Google Shape;1449;p30"/>
            <p:cNvSpPr/>
            <p:nvPr/>
          </p:nvSpPr>
          <p:spPr>
            <a:xfrm>
              <a:off x="2772350" y="111125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0" name="Google Shape;1450;p30"/>
            <p:cNvSpPr/>
            <p:nvPr/>
          </p:nvSpPr>
          <p:spPr>
            <a:xfrm>
              <a:off x="4695250" y="111125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1" name="Google Shape;1451;p30"/>
            <p:cNvSpPr/>
            <p:nvPr/>
          </p:nvSpPr>
          <p:spPr>
            <a:xfrm>
              <a:off x="6618150" y="111125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2" name="Google Shape;1452;p30"/>
            <p:cNvSpPr/>
            <p:nvPr/>
          </p:nvSpPr>
          <p:spPr>
            <a:xfrm>
              <a:off x="302000" y="292100"/>
              <a:ext cx="8540100" cy="4559400"/>
            </a:xfrm>
            <a:prstGeom prst="roundRect">
              <a:avLst>
                <a:gd name="adj" fmla="val 2747"/>
              </a:avLst>
            </a:prstGeom>
            <a:solidFill>
              <a:schemeClr val="accent4"/>
            </a:solidFill>
            <a:ln>
              <a:noFill/>
            </a:ln>
            <a:effectLst>
              <a:outerShdw dist="57150" dir="2400000" algn="bl" rotWithShape="0">
                <a:schemeClr val="dk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1453" name="Google Shape;1453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2625" y="592528"/>
              <a:ext cx="419432" cy="3958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4" name="Google Shape;1454;p30"/>
          <p:cNvSpPr txBox="1">
            <a:spLocks noGrp="1"/>
          </p:cNvSpPr>
          <p:nvPr>
            <p:ph type="title"/>
          </p:nvPr>
        </p:nvSpPr>
        <p:spPr>
          <a:xfrm>
            <a:off x="3983600" y="903367"/>
            <a:ext cx="4224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55" name="Google Shape;1455;p30"/>
          <p:cNvSpPr txBox="1">
            <a:spLocks noGrp="1"/>
          </p:cNvSpPr>
          <p:nvPr>
            <p:ph type="subTitle" idx="1"/>
          </p:nvPr>
        </p:nvSpPr>
        <p:spPr>
          <a:xfrm>
            <a:off x="3983564" y="2201267"/>
            <a:ext cx="4224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56" name="Google Shape;1456;p30"/>
          <p:cNvSpPr txBox="1"/>
          <p:nvPr/>
        </p:nvSpPr>
        <p:spPr>
          <a:xfrm>
            <a:off x="3614167" y="4449233"/>
            <a:ext cx="4963200" cy="11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CREDITS:</a:t>
            </a:r>
            <a:r>
              <a:rPr lang="en" sz="16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This presentation template was created by </a:t>
            </a:r>
            <a:r>
              <a:rPr lang="en" sz="1600" b="1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, and includes icons by </a:t>
            </a:r>
            <a:r>
              <a:rPr lang="en" sz="1600" b="1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, and infographics &amp; images by </a:t>
            </a:r>
            <a:r>
              <a:rPr lang="en" sz="1600" b="1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1600" b="1" u="sng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5789617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8" name="Google Shape;1458;p31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459" name="Google Shape;1459;p31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460" name="Google Shape;1460;p31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1" name="Google Shape;1461;p31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2" name="Google Shape;1462;p31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3" name="Google Shape;1463;p31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4" name="Google Shape;1464;p31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5" name="Google Shape;1465;p31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6" name="Google Shape;1466;p31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7" name="Google Shape;1467;p31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8" name="Google Shape;1468;p31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9" name="Google Shape;1469;p31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0" name="Google Shape;1470;p31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1" name="Google Shape;1471;p31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2" name="Google Shape;1472;p31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3" name="Google Shape;1473;p31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4" name="Google Shape;1474;p31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5" name="Google Shape;1475;p31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6" name="Google Shape;1476;p31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7" name="Google Shape;1477;p31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8" name="Google Shape;1478;p31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9" name="Google Shape;1479;p31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0" name="Google Shape;1480;p31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1" name="Google Shape;1481;p31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2" name="Google Shape;1482;p31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3" name="Google Shape;1483;p31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4" name="Google Shape;1484;p31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485" name="Google Shape;1485;p31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6" name="Google Shape;1486;p31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7" name="Google Shape;1487;p31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8" name="Google Shape;1488;p31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9" name="Google Shape;1489;p31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0" name="Google Shape;1490;p31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1" name="Google Shape;1491;p31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2" name="Google Shape;1492;p31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3" name="Google Shape;1493;p31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4" name="Google Shape;1494;p31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5" name="Google Shape;1495;p31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6" name="Google Shape;1496;p31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7" name="Google Shape;1497;p31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98" name="Google Shape;1498;p31"/>
          <p:cNvGrpSpPr/>
          <p:nvPr/>
        </p:nvGrpSpPr>
        <p:grpSpPr>
          <a:xfrm flipH="1">
            <a:off x="339571" y="405600"/>
            <a:ext cx="11512845" cy="6079200"/>
            <a:chOff x="275216" y="304200"/>
            <a:chExt cx="8634634" cy="4559400"/>
          </a:xfrm>
        </p:grpSpPr>
        <p:grpSp>
          <p:nvGrpSpPr>
            <p:cNvPr id="1499" name="Google Shape;1499;p31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1500" name="Google Shape;1500;p31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1501" name="Google Shape;1501;p3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02" name="Google Shape;1502;p31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03" name="Google Shape;1503;p31"/>
            <p:cNvSpPr/>
            <p:nvPr/>
          </p:nvSpPr>
          <p:spPr>
            <a:xfrm rot="5400000">
              <a:off x="8438250" y="10169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04" name="Google Shape;1504;p31"/>
          <p:cNvSpPr/>
          <p:nvPr/>
        </p:nvSpPr>
        <p:spPr>
          <a:xfrm rot="-5400000" flipH="1">
            <a:off x="15571" y="2575169"/>
            <a:ext cx="952800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05" name="Google Shape;1505;p31"/>
          <p:cNvSpPr/>
          <p:nvPr/>
        </p:nvSpPr>
        <p:spPr>
          <a:xfrm rot="-5400000" flipH="1">
            <a:off x="15571" y="3895969"/>
            <a:ext cx="952800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06" name="Google Shape;1506;p31"/>
          <p:cNvSpPr/>
          <p:nvPr/>
        </p:nvSpPr>
        <p:spPr>
          <a:xfrm rot="-5400000" flipH="1">
            <a:off x="15571" y="5216769"/>
            <a:ext cx="952800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40692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8" name="Google Shape;1508;p32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509" name="Google Shape;1509;p32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510" name="Google Shape;1510;p32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1" name="Google Shape;1511;p32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2" name="Google Shape;1512;p32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3" name="Google Shape;1513;p32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4" name="Google Shape;1514;p32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5" name="Google Shape;1515;p32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6" name="Google Shape;1516;p32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7" name="Google Shape;1517;p32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8" name="Google Shape;1518;p32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9" name="Google Shape;1519;p32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0" name="Google Shape;1520;p32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1" name="Google Shape;1521;p32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2" name="Google Shape;1522;p32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3" name="Google Shape;1523;p32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4" name="Google Shape;1524;p32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5" name="Google Shape;1525;p32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6" name="Google Shape;1526;p32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7" name="Google Shape;1527;p32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8" name="Google Shape;1528;p32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9" name="Google Shape;1529;p32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0" name="Google Shape;1530;p32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1" name="Google Shape;1531;p32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2" name="Google Shape;1532;p32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3" name="Google Shape;1533;p32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4" name="Google Shape;1534;p32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535" name="Google Shape;1535;p32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6" name="Google Shape;1536;p32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7" name="Google Shape;1537;p32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" name="Google Shape;1538;p32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9" name="Google Shape;1539;p32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0" name="Google Shape;1540;p32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1" name="Google Shape;1541;p32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2" name="Google Shape;1542;p32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3" name="Google Shape;1543;p32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4" name="Google Shape;1544;p32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5" name="Google Shape;1545;p32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6" name="Google Shape;1546;p32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7" name="Google Shape;1547;p32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48" name="Google Shape;1548;p32"/>
          <p:cNvGrpSpPr/>
          <p:nvPr/>
        </p:nvGrpSpPr>
        <p:grpSpPr>
          <a:xfrm rot="10800000" flipH="1">
            <a:off x="366955" y="268734"/>
            <a:ext cx="11208224" cy="6320500"/>
            <a:chOff x="155350" y="201563"/>
            <a:chExt cx="8686750" cy="4740375"/>
          </a:xfrm>
        </p:grpSpPr>
        <p:sp>
          <p:nvSpPr>
            <p:cNvPr id="1549" name="Google Shape;1549;p32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0" name="Google Shape;1550;p32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1" name="Google Shape;1551;p32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552" name="Google Shape;1552;p32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1553" name="Google Shape;1553;p32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pic>
            <p:nvPicPr>
              <p:cNvPr id="1554" name="Google Shape;1554;p3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55" name="Google Shape;1555;p32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9214006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39504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35"/>
          <p:cNvSpPr txBox="1">
            <a:spLocks noGrp="1"/>
          </p:cNvSpPr>
          <p:nvPr>
            <p:ph type="title"/>
          </p:nvPr>
        </p:nvSpPr>
        <p:spPr>
          <a:xfrm>
            <a:off x="964600" y="681367"/>
            <a:ext cx="10262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12586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" name="Google Shape;29;p2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33;p2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" name="Google Shape;34;p2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6" name="Google Shape;36;p2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2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2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39;p2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40;p2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41;p2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42;p2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43;p2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Google Shape;44;p2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2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46;p2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Google Shape;47;p2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48;p2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9" name="Google Shape;49;p2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50" name="Google Shape;50;p2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54" name="Google Shape;54;p2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55" name="Google Shape;55;p2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56" name="Google Shape;56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7" name="Google Shape;57;p2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58" name="Google Shape;58;p2"/>
          <p:cNvSpPr txBox="1">
            <a:spLocks noGrp="1"/>
          </p:cNvSpPr>
          <p:nvPr>
            <p:ph type="ctrTitle"/>
          </p:nvPr>
        </p:nvSpPr>
        <p:spPr>
          <a:xfrm>
            <a:off x="1855133" y="1845033"/>
            <a:ext cx="8482000" cy="22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2"/>
          <p:cNvSpPr txBox="1">
            <a:spLocks noGrp="1"/>
          </p:cNvSpPr>
          <p:nvPr>
            <p:ph type="subTitle" idx="1"/>
          </p:nvPr>
        </p:nvSpPr>
        <p:spPr>
          <a:xfrm>
            <a:off x="1855180" y="4378567"/>
            <a:ext cx="84820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289791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3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62" name="Google Shape;62;p3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63" name="Google Shape;63;p3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" name="Google Shape;64;p3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" name="Google Shape;65;p3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" name="Google Shape;66;p3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3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3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3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" name="Google Shape;70;p3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3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3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3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3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" name="Google Shape;75;p3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" name="Google Shape;76;p3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" name="Google Shape;77;p3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" name="Google Shape;78;p3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" name="Google Shape;79;p3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" name="Google Shape;80;p3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3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" name="Google Shape;82;p3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" name="Google Shape;83;p3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" name="Google Shape;84;p3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" name="Google Shape;85;p3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" name="Google Shape;86;p3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" name="Google Shape;87;p3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8" name="Google Shape;88;p3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" name="Google Shape;89;p3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1" name="Google Shape;101;p3"/>
          <p:cNvGrpSpPr/>
          <p:nvPr/>
        </p:nvGrpSpPr>
        <p:grpSpPr>
          <a:xfrm>
            <a:off x="366955" y="405600"/>
            <a:ext cx="11512845" cy="6079200"/>
            <a:chOff x="275216" y="304200"/>
            <a:chExt cx="8634634" cy="4559400"/>
          </a:xfrm>
        </p:grpSpPr>
        <p:grpSp>
          <p:nvGrpSpPr>
            <p:cNvPr id="102" name="Google Shape;102;p3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103" name="Google Shape;103;p3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104" name="Google Shape;104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" name="Google Shape;105;p3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6" name="Google Shape;106;p3"/>
            <p:cNvSpPr/>
            <p:nvPr/>
          </p:nvSpPr>
          <p:spPr>
            <a:xfrm rot="5400000">
              <a:off x="8438250" y="10169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7" name="Google Shape;107;p3"/>
            <p:cNvSpPr/>
            <p:nvPr/>
          </p:nvSpPr>
          <p:spPr>
            <a:xfrm rot="5400000">
              <a:off x="8447100" y="1832875"/>
              <a:ext cx="6969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2717600" y="3223900"/>
            <a:ext cx="6756800" cy="12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title" idx="2" hasCustomPrompt="1"/>
          </p:nvPr>
        </p:nvSpPr>
        <p:spPr>
          <a:xfrm>
            <a:off x="4994600" y="1744300"/>
            <a:ext cx="2202800" cy="1221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3"/>
          <p:cNvSpPr txBox="1">
            <a:spLocks noGrp="1"/>
          </p:cNvSpPr>
          <p:nvPr>
            <p:ph type="subTitle" idx="1"/>
          </p:nvPr>
        </p:nvSpPr>
        <p:spPr>
          <a:xfrm>
            <a:off x="2717600" y="4646100"/>
            <a:ext cx="67568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7535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4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13" name="Google Shape;113;p4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14" name="Google Shape;114;p4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" name="Google Shape;115;p4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4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4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" name="Google Shape;118;p4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" name="Google Shape;119;p4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0" name="Google Shape;120;p4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4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4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4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4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" name="Google Shape;125;p4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" name="Google Shape;126;p4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" name="Google Shape;127;p4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" name="Google Shape;128;p4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" name="Google Shape;129;p4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" name="Google Shape;130;p4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" name="Google Shape;131;p4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" name="Google Shape;132;p4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" name="Google Shape;133;p4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" name="Google Shape;134;p4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" name="Google Shape;135;p4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" name="Google Shape;136;p4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" name="Google Shape;137;p4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4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39" name="Google Shape;139;p4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" name="Google Shape;140;p4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" name="Google Shape;141;p4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4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" name="Google Shape;143;p4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" name="Google Shape;144;p4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" name="Google Shape;145;p4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p4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Google Shape;147;p4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p4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4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4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" name="Google Shape;151;p4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2" name="Google Shape;152;p4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153" name="Google Shape;153;p4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157" name="Google Shape;157;p4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159" name="Google Shape;159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0" name="Google Shape;160;p4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61" name="Google Shape;161;p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4"/>
          <p:cNvSpPr txBox="1">
            <a:spLocks noGrp="1"/>
          </p:cNvSpPr>
          <p:nvPr>
            <p:ph type="body" idx="1"/>
          </p:nvPr>
        </p:nvSpPr>
        <p:spPr>
          <a:xfrm>
            <a:off x="960000" y="1482933"/>
            <a:ext cx="10272000" cy="46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12337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5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65" name="Google Shape;165;p5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66" name="Google Shape;166;p5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" name="Google Shape;167;p5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" name="Google Shape;168;p5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9" name="Google Shape;169;p5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" name="Google Shape;170;p5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1" name="Google Shape;171;p5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2" name="Google Shape;172;p5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" name="Google Shape;173;p5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4" name="Google Shape;174;p5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5" name="Google Shape;175;p5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6" name="Google Shape;176;p5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5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" name="Google Shape;178;p5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5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" name="Google Shape;180;p5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5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" name="Google Shape;182;p5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5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4" name="Google Shape;184;p5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5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5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5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5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5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5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91" name="Google Shape;191;p5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" name="Google Shape;192;p5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" name="Google Shape;193;p5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Google Shape;194;p5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" name="Google Shape;195;p5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" name="Google Shape;196;p5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Google Shape;197;p5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5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5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5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5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" name="Google Shape;202;p5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" name="Google Shape;203;p5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4" name="Google Shape;204;p5"/>
          <p:cNvGrpSpPr/>
          <p:nvPr/>
        </p:nvGrpSpPr>
        <p:grpSpPr>
          <a:xfrm>
            <a:off x="366955" y="405600"/>
            <a:ext cx="11512845" cy="6079200"/>
            <a:chOff x="275216" y="304200"/>
            <a:chExt cx="8634634" cy="4559400"/>
          </a:xfrm>
        </p:grpSpPr>
        <p:grpSp>
          <p:nvGrpSpPr>
            <p:cNvPr id="205" name="Google Shape;205;p5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206" name="Google Shape;206;p5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207" name="Google Shape;207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" name="Google Shape;208;p5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9" name="Google Shape;209;p5"/>
            <p:cNvSpPr/>
            <p:nvPr/>
          </p:nvSpPr>
          <p:spPr>
            <a:xfrm rot="5400000">
              <a:off x="8438250" y="10169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10" name="Google Shape;210;p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1" name="Google Shape;211;p5"/>
          <p:cNvSpPr txBox="1">
            <a:spLocks noGrp="1"/>
          </p:cNvSpPr>
          <p:nvPr>
            <p:ph type="subTitle" idx="1"/>
          </p:nvPr>
        </p:nvSpPr>
        <p:spPr>
          <a:xfrm>
            <a:off x="6461012" y="4874665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5"/>
          <p:cNvSpPr txBox="1">
            <a:spLocks noGrp="1"/>
          </p:cNvSpPr>
          <p:nvPr>
            <p:ph type="subTitle" idx="2"/>
          </p:nvPr>
        </p:nvSpPr>
        <p:spPr>
          <a:xfrm>
            <a:off x="2390500" y="4874665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3" name="Google Shape;213;p5"/>
          <p:cNvSpPr txBox="1">
            <a:spLocks noGrp="1"/>
          </p:cNvSpPr>
          <p:nvPr>
            <p:ph type="subTitle" idx="3"/>
          </p:nvPr>
        </p:nvSpPr>
        <p:spPr>
          <a:xfrm>
            <a:off x="6461000" y="4315767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4" name="Google Shape;214;p5"/>
          <p:cNvSpPr txBox="1">
            <a:spLocks noGrp="1"/>
          </p:cNvSpPr>
          <p:nvPr>
            <p:ph type="subTitle" idx="4"/>
          </p:nvPr>
        </p:nvSpPr>
        <p:spPr>
          <a:xfrm>
            <a:off x="2390200" y="4315767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 rot="5400000">
            <a:off x="11251000" y="2528936"/>
            <a:ext cx="952800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5504281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6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218" name="Google Shape;218;p6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219" name="Google Shape;219;p6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0" name="Google Shape;220;p6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6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2" name="Google Shape;222;p6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3" name="Google Shape;223;p6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4" name="Google Shape;224;p6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6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6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6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6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6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6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6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6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6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4" name="Google Shape;234;p6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5" name="Google Shape;235;p6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6" name="Google Shape;236;p6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6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8" name="Google Shape;238;p6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9" name="Google Shape;239;p6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0" name="Google Shape;240;p6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1" name="Google Shape;241;p6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2" name="Google Shape;242;p6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3" name="Google Shape;243;p6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44" name="Google Shape;244;p6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6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6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" name="Google Shape;247;p6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" name="Google Shape;248;p6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" name="Google Shape;249;p6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" name="Google Shape;250;p6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1" name="Google Shape;251;p6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" name="Google Shape;252;p6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" name="Google Shape;253;p6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" name="Google Shape;254;p6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6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" name="Google Shape;256;p6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7" name="Google Shape;257;p6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258" name="Google Shape;258;p6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259" name="Google Shape;259;p6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260" name="Google Shape;260;p6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261" name="Google Shape;261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2" name="Google Shape;262;p6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63" name="Google Shape;263;p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839320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7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266" name="Google Shape;266;p7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267" name="Google Shape;267;p7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8" name="Google Shape;268;p7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9" name="Google Shape;269;p7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" name="Google Shape;270;p7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" name="Google Shape;271;p7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7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3" name="Google Shape;273;p7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4" name="Google Shape;274;p7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5" name="Google Shape;275;p7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6" name="Google Shape;276;p7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7" name="Google Shape;277;p7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8" name="Google Shape;278;p7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9" name="Google Shape;279;p7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0" name="Google Shape;280;p7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1" name="Google Shape;281;p7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2" name="Google Shape;282;p7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" name="Google Shape;283;p7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" name="Google Shape;284;p7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" name="Google Shape;285;p7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" name="Google Shape;286;p7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" name="Google Shape;287;p7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" name="Google Shape;288;p7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" name="Google Shape;289;p7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" name="Google Shape;290;p7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" name="Google Shape;291;p7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92" name="Google Shape;292;p7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3" name="Google Shape;293;p7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4" name="Google Shape;294;p7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5" name="Google Shape;295;p7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6" name="Google Shape;296;p7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7" name="Google Shape;297;p7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7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" name="Google Shape;299;p7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0" name="Google Shape;300;p7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1" name="Google Shape;301;p7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2" name="Google Shape;302;p7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3" name="Google Shape;303;p7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4" name="Google Shape;304;p7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05" name="Google Shape;305;p7"/>
          <p:cNvGrpSpPr/>
          <p:nvPr/>
        </p:nvGrpSpPr>
        <p:grpSpPr>
          <a:xfrm>
            <a:off x="570155" y="172051"/>
            <a:ext cx="11208224" cy="6320500"/>
            <a:chOff x="155350" y="201563"/>
            <a:chExt cx="8686750" cy="4740375"/>
          </a:xfrm>
        </p:grpSpPr>
        <p:sp>
          <p:nvSpPr>
            <p:cNvPr id="306" name="Google Shape;306;p7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310" name="Google Shape;310;p7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311" name="Google Shape;311;p7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312" name="Google Shape;312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3" name="Google Shape;313;p7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14" name="Google Shape;314;p7"/>
          <p:cNvSpPr txBox="1">
            <a:spLocks noGrp="1"/>
          </p:cNvSpPr>
          <p:nvPr>
            <p:ph type="title"/>
          </p:nvPr>
        </p:nvSpPr>
        <p:spPr>
          <a:xfrm>
            <a:off x="3355000" y="1271100"/>
            <a:ext cx="5482000" cy="13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5" name="Google Shape;315;p7"/>
          <p:cNvSpPr txBox="1">
            <a:spLocks noGrp="1"/>
          </p:cNvSpPr>
          <p:nvPr>
            <p:ph type="subTitle" idx="1"/>
          </p:nvPr>
        </p:nvSpPr>
        <p:spPr>
          <a:xfrm>
            <a:off x="3355000" y="2709300"/>
            <a:ext cx="5482000" cy="28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60258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8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318" name="Google Shape;318;p8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319" name="Google Shape;319;p8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" name="Google Shape;320;p8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" name="Google Shape;321;p8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" name="Google Shape;322;p8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" name="Google Shape;323;p8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" name="Google Shape;324;p8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" name="Google Shape;325;p8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" name="Google Shape;326;p8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" name="Google Shape;327;p8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" name="Google Shape;328;p8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" name="Google Shape;329;p8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" name="Google Shape;330;p8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" name="Google Shape;331;p8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" name="Google Shape;332;p8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" name="Google Shape;333;p8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" name="Google Shape;334;p8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" name="Google Shape;335;p8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" name="Google Shape;336;p8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" name="Google Shape;337;p8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" name="Google Shape;338;p8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" name="Google Shape;339;p8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" name="Google Shape;340;p8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" name="Google Shape;341;p8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" name="Google Shape;342;p8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" name="Google Shape;343;p8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44" name="Google Shape;344;p8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" name="Google Shape;345;p8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" name="Google Shape;346;p8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" name="Google Shape;347;p8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" name="Google Shape;348;p8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9" name="Google Shape;349;p8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0" name="Google Shape;350;p8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1" name="Google Shape;351;p8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" name="Google Shape;352;p8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3" name="Google Shape;353;p8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4" name="Google Shape;354;p8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" name="Google Shape;355;p8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6" name="Google Shape;356;p8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57" name="Google Shape;357;p8"/>
          <p:cNvGrpSpPr/>
          <p:nvPr/>
        </p:nvGrpSpPr>
        <p:grpSpPr>
          <a:xfrm>
            <a:off x="366955" y="405600"/>
            <a:ext cx="11512845" cy="6079200"/>
            <a:chOff x="275216" y="304200"/>
            <a:chExt cx="8634634" cy="4559400"/>
          </a:xfrm>
        </p:grpSpPr>
        <p:grpSp>
          <p:nvGrpSpPr>
            <p:cNvPr id="358" name="Google Shape;358;p8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359" name="Google Shape;359;p8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360" name="Google Shape;360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1" name="Google Shape;361;p8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62" name="Google Shape;362;p8"/>
            <p:cNvSpPr/>
            <p:nvPr/>
          </p:nvSpPr>
          <p:spPr>
            <a:xfrm rot="5400000">
              <a:off x="8438250" y="10169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3" name="Google Shape;363;p8"/>
            <p:cNvSpPr/>
            <p:nvPr/>
          </p:nvSpPr>
          <p:spPr>
            <a:xfrm rot="5400000">
              <a:off x="8447100" y="1832875"/>
              <a:ext cx="6969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4" name="Google Shape;364;p8"/>
            <p:cNvSpPr/>
            <p:nvPr/>
          </p:nvSpPr>
          <p:spPr>
            <a:xfrm rot="5400000">
              <a:off x="8438250" y="26487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5" name="Google Shape;365;p8"/>
            <p:cNvSpPr/>
            <p:nvPr/>
          </p:nvSpPr>
          <p:spPr>
            <a:xfrm rot="5400000">
              <a:off x="8447100" y="3464675"/>
              <a:ext cx="6969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366" name="Google Shape;366;p8"/>
          <p:cNvSpPr txBox="1">
            <a:spLocks noGrp="1"/>
          </p:cNvSpPr>
          <p:nvPr>
            <p:ph type="title"/>
          </p:nvPr>
        </p:nvSpPr>
        <p:spPr>
          <a:xfrm>
            <a:off x="2853267" y="1966167"/>
            <a:ext cx="6485600" cy="29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62740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9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369" name="Google Shape;369;p9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370" name="Google Shape;370;p9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1" name="Google Shape;371;p9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2" name="Google Shape;372;p9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" name="Google Shape;373;p9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4" name="Google Shape;374;p9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5" name="Google Shape;375;p9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6" name="Google Shape;376;p9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7" name="Google Shape;377;p9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8" name="Google Shape;378;p9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9" name="Google Shape;379;p9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0" name="Google Shape;380;p9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1" name="Google Shape;381;p9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2" name="Google Shape;382;p9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3" name="Google Shape;383;p9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9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9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9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9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8" name="Google Shape;388;p9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9" name="Google Shape;389;p9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0" name="Google Shape;390;p9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1" name="Google Shape;391;p9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2" name="Google Shape;392;p9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3" name="Google Shape;393;p9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4" name="Google Shape;394;p9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95" name="Google Shape;395;p9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6" name="Google Shape;396;p9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" name="Google Shape;397;p9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p9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p9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9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1" name="Google Shape;401;p9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2" name="Google Shape;402;p9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3" name="Google Shape;403;p9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4" name="Google Shape;404;p9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9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9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7" name="Google Shape;407;p9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08" name="Google Shape;408;p9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409" name="Google Shape;409;p9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412" name="Google Shape;412;p9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413" name="Google Shape;413;p9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414" name="Google Shape;414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5" name="Google Shape;415;p9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16" name="Google Shape;416;p9"/>
          <p:cNvSpPr txBox="1">
            <a:spLocks noGrp="1"/>
          </p:cNvSpPr>
          <p:nvPr>
            <p:ph type="title"/>
          </p:nvPr>
        </p:nvSpPr>
        <p:spPr>
          <a:xfrm>
            <a:off x="2847400" y="2207317"/>
            <a:ext cx="6497200" cy="1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8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7" name="Google Shape;417;p9"/>
          <p:cNvSpPr txBox="1">
            <a:spLocks noGrp="1"/>
          </p:cNvSpPr>
          <p:nvPr>
            <p:ph type="subTitle" idx="1"/>
          </p:nvPr>
        </p:nvSpPr>
        <p:spPr>
          <a:xfrm>
            <a:off x="2847400" y="3755899"/>
            <a:ext cx="6497200" cy="8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4675937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10"/>
          <p:cNvSpPr txBox="1">
            <a:spLocks noGrp="1"/>
          </p:cNvSpPr>
          <p:nvPr>
            <p:ph type="title"/>
          </p:nvPr>
        </p:nvSpPr>
        <p:spPr>
          <a:xfrm>
            <a:off x="960000" y="4612033"/>
            <a:ext cx="5332800" cy="15040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387831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11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423" name="Google Shape;423;p11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424" name="Google Shape;424;p11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5" name="Google Shape;425;p11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6" name="Google Shape;426;p11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7" name="Google Shape;427;p11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8" name="Google Shape;428;p11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9" name="Google Shape;429;p11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0" name="Google Shape;430;p11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1" name="Google Shape;431;p11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2" name="Google Shape;432;p11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3" name="Google Shape;433;p11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4" name="Google Shape;434;p11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5" name="Google Shape;435;p11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6" name="Google Shape;436;p11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7" name="Google Shape;437;p11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8" name="Google Shape;438;p11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9" name="Google Shape;439;p11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0" name="Google Shape;440;p11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1" name="Google Shape;441;p11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2" name="Google Shape;442;p11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3" name="Google Shape;443;p11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4" name="Google Shape;444;p11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5" name="Google Shape;445;p11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6" name="Google Shape;446;p11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7" name="Google Shape;447;p11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8" name="Google Shape;448;p11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49" name="Google Shape;449;p11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0" name="Google Shape;450;p11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1" name="Google Shape;451;p11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2" name="Google Shape;452;p11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3" name="Google Shape;453;p11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4" name="Google Shape;454;p11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5" name="Google Shape;455;p11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6" name="Google Shape;456;p11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7" name="Google Shape;457;p11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8" name="Google Shape;458;p11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9" name="Google Shape;459;p11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0" name="Google Shape;460;p11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1" name="Google Shape;461;p11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62" name="Google Shape;462;p11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463" name="Google Shape;463;p11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64" name="Google Shape;464;p11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65" name="Google Shape;465;p11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66" name="Google Shape;466;p11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467" name="Google Shape;467;p11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468" name="Google Shape;468;p11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469" name="Google Shape;469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0" name="Google Shape;470;p11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71" name="Google Shape;471;p11"/>
          <p:cNvSpPr txBox="1">
            <a:spLocks noGrp="1"/>
          </p:cNvSpPr>
          <p:nvPr>
            <p:ph type="title" hasCustomPrompt="1"/>
          </p:nvPr>
        </p:nvSpPr>
        <p:spPr>
          <a:xfrm>
            <a:off x="2942200" y="2040183"/>
            <a:ext cx="6307600" cy="1646400"/>
          </a:xfrm>
          <a:prstGeom prst="rect">
            <a:avLst/>
          </a:prstGeom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472" name="Google Shape;472;p11"/>
          <p:cNvSpPr txBox="1">
            <a:spLocks noGrp="1"/>
          </p:cNvSpPr>
          <p:nvPr>
            <p:ph type="subTitle" idx="1"/>
          </p:nvPr>
        </p:nvSpPr>
        <p:spPr>
          <a:xfrm>
            <a:off x="2942200" y="4007864"/>
            <a:ext cx="6307600" cy="5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3533229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0004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13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476" name="Google Shape;476;p13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477" name="Google Shape;477;p13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8" name="Google Shape;478;p13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9" name="Google Shape;479;p13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0" name="Google Shape;480;p13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1" name="Google Shape;481;p13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2" name="Google Shape;482;p13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3" name="Google Shape;483;p13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4" name="Google Shape;484;p13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5" name="Google Shape;485;p13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6" name="Google Shape;486;p13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13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8" name="Google Shape;488;p13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9" name="Google Shape;489;p13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" name="Google Shape;490;p13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1" name="Google Shape;491;p13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3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3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3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3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6" name="Google Shape;496;p13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7" name="Google Shape;497;p13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8" name="Google Shape;498;p13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9" name="Google Shape;499;p13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0" name="Google Shape;500;p13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1" name="Google Shape;501;p13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502" name="Google Shape;502;p13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3" name="Google Shape;503;p13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4" name="Google Shape;504;p13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5" name="Google Shape;505;p13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6" name="Google Shape;506;p13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7" name="Google Shape;507;p13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8" name="Google Shape;508;p13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9" name="Google Shape;509;p13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0" name="Google Shape;510;p13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1" name="Google Shape;511;p13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2" name="Google Shape;512;p13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3" name="Google Shape;513;p13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4" name="Google Shape;514;p13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15" name="Google Shape;515;p13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516" name="Google Shape;516;p13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517" name="Google Shape;517;p13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518" name="Google Shape;518;p13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519" name="Google Shape;519;p1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0" name="Google Shape;520;p13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521" name="Google Shape;521;p1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2" name="Google Shape;522;p13"/>
          <p:cNvSpPr txBox="1">
            <a:spLocks noGrp="1"/>
          </p:cNvSpPr>
          <p:nvPr>
            <p:ph type="subTitle" idx="1"/>
          </p:nvPr>
        </p:nvSpPr>
        <p:spPr>
          <a:xfrm>
            <a:off x="1144617" y="2996391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3" name="Google Shape;523;p13"/>
          <p:cNvSpPr txBox="1">
            <a:spLocks noGrp="1"/>
          </p:cNvSpPr>
          <p:nvPr>
            <p:ph type="subTitle" idx="2"/>
          </p:nvPr>
        </p:nvSpPr>
        <p:spPr>
          <a:xfrm>
            <a:off x="4426145" y="2996391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4" name="Google Shape;524;p13"/>
          <p:cNvSpPr txBox="1">
            <a:spLocks noGrp="1"/>
          </p:cNvSpPr>
          <p:nvPr>
            <p:ph type="subTitle" idx="3"/>
          </p:nvPr>
        </p:nvSpPr>
        <p:spPr>
          <a:xfrm>
            <a:off x="1144617" y="5307300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5" name="Google Shape;525;p13"/>
          <p:cNvSpPr txBox="1">
            <a:spLocks noGrp="1"/>
          </p:cNvSpPr>
          <p:nvPr>
            <p:ph type="subTitle" idx="4"/>
          </p:nvPr>
        </p:nvSpPr>
        <p:spPr>
          <a:xfrm>
            <a:off x="4426145" y="5307300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6" name="Google Shape;526;p13"/>
          <p:cNvSpPr txBox="1">
            <a:spLocks noGrp="1"/>
          </p:cNvSpPr>
          <p:nvPr>
            <p:ph type="subTitle" idx="5"/>
          </p:nvPr>
        </p:nvSpPr>
        <p:spPr>
          <a:xfrm>
            <a:off x="7707683" y="2996391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7" name="Google Shape;527;p13"/>
          <p:cNvSpPr txBox="1">
            <a:spLocks noGrp="1"/>
          </p:cNvSpPr>
          <p:nvPr>
            <p:ph type="subTitle" idx="6"/>
          </p:nvPr>
        </p:nvSpPr>
        <p:spPr>
          <a:xfrm>
            <a:off x="7707683" y="5307300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8" name="Google Shape;528;p13"/>
          <p:cNvSpPr txBox="1">
            <a:spLocks noGrp="1"/>
          </p:cNvSpPr>
          <p:nvPr>
            <p:ph type="title" idx="7" hasCustomPrompt="1"/>
          </p:nvPr>
        </p:nvSpPr>
        <p:spPr>
          <a:xfrm>
            <a:off x="2191817" y="1778744"/>
            <a:ext cx="979600" cy="596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29" name="Google Shape;529;p13"/>
          <p:cNvSpPr txBox="1">
            <a:spLocks noGrp="1"/>
          </p:cNvSpPr>
          <p:nvPr>
            <p:ph type="title" idx="8" hasCustomPrompt="1"/>
          </p:nvPr>
        </p:nvSpPr>
        <p:spPr>
          <a:xfrm>
            <a:off x="2191817" y="4088872"/>
            <a:ext cx="979600" cy="596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30" name="Google Shape;530;p13"/>
          <p:cNvSpPr txBox="1">
            <a:spLocks noGrp="1"/>
          </p:cNvSpPr>
          <p:nvPr>
            <p:ph type="title" idx="9" hasCustomPrompt="1"/>
          </p:nvPr>
        </p:nvSpPr>
        <p:spPr>
          <a:xfrm>
            <a:off x="5473345" y="1778744"/>
            <a:ext cx="979600" cy="596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31" name="Google Shape;531;p13"/>
          <p:cNvSpPr txBox="1">
            <a:spLocks noGrp="1"/>
          </p:cNvSpPr>
          <p:nvPr>
            <p:ph type="title" idx="13" hasCustomPrompt="1"/>
          </p:nvPr>
        </p:nvSpPr>
        <p:spPr>
          <a:xfrm>
            <a:off x="5473345" y="4088872"/>
            <a:ext cx="979600" cy="596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32" name="Google Shape;532;p13"/>
          <p:cNvSpPr txBox="1">
            <a:spLocks noGrp="1"/>
          </p:cNvSpPr>
          <p:nvPr>
            <p:ph type="title" idx="14" hasCustomPrompt="1"/>
          </p:nvPr>
        </p:nvSpPr>
        <p:spPr>
          <a:xfrm>
            <a:off x="8754883" y="1778744"/>
            <a:ext cx="979600" cy="596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33" name="Google Shape;533;p13"/>
          <p:cNvSpPr txBox="1">
            <a:spLocks noGrp="1"/>
          </p:cNvSpPr>
          <p:nvPr>
            <p:ph type="title" idx="15" hasCustomPrompt="1"/>
          </p:nvPr>
        </p:nvSpPr>
        <p:spPr>
          <a:xfrm>
            <a:off x="8754883" y="4088872"/>
            <a:ext cx="979600" cy="596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34" name="Google Shape;534;p13"/>
          <p:cNvSpPr txBox="1">
            <a:spLocks noGrp="1"/>
          </p:cNvSpPr>
          <p:nvPr>
            <p:ph type="subTitle" idx="16"/>
          </p:nvPr>
        </p:nvSpPr>
        <p:spPr>
          <a:xfrm>
            <a:off x="1144617" y="2436664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35" name="Google Shape;535;p13"/>
          <p:cNvSpPr txBox="1">
            <a:spLocks noGrp="1"/>
          </p:cNvSpPr>
          <p:nvPr>
            <p:ph type="subTitle" idx="17"/>
          </p:nvPr>
        </p:nvSpPr>
        <p:spPr>
          <a:xfrm>
            <a:off x="4426145" y="2436664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36" name="Google Shape;536;p13"/>
          <p:cNvSpPr txBox="1">
            <a:spLocks noGrp="1"/>
          </p:cNvSpPr>
          <p:nvPr>
            <p:ph type="subTitle" idx="18"/>
          </p:nvPr>
        </p:nvSpPr>
        <p:spPr>
          <a:xfrm>
            <a:off x="7707683" y="2436664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37" name="Google Shape;537;p13"/>
          <p:cNvSpPr txBox="1">
            <a:spLocks noGrp="1"/>
          </p:cNvSpPr>
          <p:nvPr>
            <p:ph type="subTitle" idx="19"/>
          </p:nvPr>
        </p:nvSpPr>
        <p:spPr>
          <a:xfrm>
            <a:off x="1144617" y="4746900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38" name="Google Shape;538;p13"/>
          <p:cNvSpPr txBox="1">
            <a:spLocks noGrp="1"/>
          </p:cNvSpPr>
          <p:nvPr>
            <p:ph type="subTitle" idx="20"/>
          </p:nvPr>
        </p:nvSpPr>
        <p:spPr>
          <a:xfrm>
            <a:off x="4426145" y="4746900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39" name="Google Shape;539;p13"/>
          <p:cNvSpPr txBox="1">
            <a:spLocks noGrp="1"/>
          </p:cNvSpPr>
          <p:nvPr>
            <p:ph type="subTitle" idx="21"/>
          </p:nvPr>
        </p:nvSpPr>
        <p:spPr>
          <a:xfrm>
            <a:off x="7707683" y="4746900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725277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" name="Google Shape;541;p14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542" name="Google Shape;542;p14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543" name="Google Shape;543;p14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4" name="Google Shape;544;p14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5" name="Google Shape;545;p14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6" name="Google Shape;546;p14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7" name="Google Shape;547;p14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8" name="Google Shape;548;p14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9" name="Google Shape;549;p14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0" name="Google Shape;550;p14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1" name="Google Shape;551;p14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2" name="Google Shape;552;p14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3" name="Google Shape;553;p14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4" name="Google Shape;554;p14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5" name="Google Shape;555;p14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6" name="Google Shape;556;p14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7" name="Google Shape;557;p14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8" name="Google Shape;558;p14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9" name="Google Shape;559;p14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0" name="Google Shape;560;p14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1" name="Google Shape;561;p14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2" name="Google Shape;562;p14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3" name="Google Shape;563;p14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4" name="Google Shape;564;p14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5" name="Google Shape;565;p14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6" name="Google Shape;566;p14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7" name="Google Shape;567;p14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568" name="Google Shape;568;p14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9" name="Google Shape;569;p14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14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1" name="Google Shape;571;p14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2" name="Google Shape;572;p14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" name="Google Shape;573;p14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4" name="Google Shape;574;p14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5" name="Google Shape;575;p14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6" name="Google Shape;576;p14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7" name="Google Shape;577;p14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8" name="Google Shape;578;p14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9" name="Google Shape;579;p14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0" name="Google Shape;580;p14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81" name="Google Shape;581;p14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582" name="Google Shape;582;p14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3" name="Google Shape;583;p14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584" name="Google Shape;584;p14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585" name="Google Shape;585;p14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586" name="Google Shape;586;p1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87" name="Google Shape;587;p14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588" name="Google Shape;588;p1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995202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oogle Shape;590;p15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591" name="Google Shape;591;p15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592" name="Google Shape;592;p15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3" name="Google Shape;593;p15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4" name="Google Shape;594;p15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5" name="Google Shape;595;p15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6" name="Google Shape;596;p15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7" name="Google Shape;597;p15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8" name="Google Shape;598;p15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9" name="Google Shape;599;p15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0" name="Google Shape;600;p15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1" name="Google Shape;601;p15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2" name="Google Shape;602;p15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3" name="Google Shape;603;p15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4" name="Google Shape;604;p15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5" name="Google Shape;605;p15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6" name="Google Shape;606;p15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7" name="Google Shape;607;p15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8" name="Google Shape;608;p15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9" name="Google Shape;609;p15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0" name="Google Shape;610;p15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1" name="Google Shape;611;p15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2" name="Google Shape;612;p15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3" name="Google Shape;613;p15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4" name="Google Shape;614;p15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5" name="Google Shape;615;p15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6" name="Google Shape;616;p15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617" name="Google Shape;617;p15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8" name="Google Shape;618;p15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9" name="Google Shape;619;p15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0" name="Google Shape;620;p15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1" name="Google Shape;621;p15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2" name="Google Shape;622;p15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3" name="Google Shape;623;p15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4" name="Google Shape;624;p15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5" name="Google Shape;625;p15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6" name="Google Shape;626;p15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7" name="Google Shape;627;p15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8" name="Google Shape;628;p15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9" name="Google Shape;629;p15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30" name="Google Shape;630;p15"/>
          <p:cNvGrpSpPr/>
          <p:nvPr/>
        </p:nvGrpSpPr>
        <p:grpSpPr>
          <a:xfrm>
            <a:off x="366955" y="405600"/>
            <a:ext cx="11512845" cy="6079200"/>
            <a:chOff x="275216" y="304200"/>
            <a:chExt cx="8634634" cy="4559400"/>
          </a:xfrm>
        </p:grpSpPr>
        <p:grpSp>
          <p:nvGrpSpPr>
            <p:cNvPr id="631" name="Google Shape;631;p15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632" name="Google Shape;632;p15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633" name="Google Shape;633;p1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34" name="Google Shape;634;p15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35" name="Google Shape;635;p15"/>
            <p:cNvSpPr/>
            <p:nvPr/>
          </p:nvSpPr>
          <p:spPr>
            <a:xfrm rot="5400000">
              <a:off x="8438250" y="10169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6" name="Google Shape;636;p15"/>
            <p:cNvSpPr/>
            <p:nvPr/>
          </p:nvSpPr>
          <p:spPr>
            <a:xfrm rot="5400000">
              <a:off x="8438250" y="26487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7" name="Google Shape;637;p15"/>
            <p:cNvSpPr/>
            <p:nvPr/>
          </p:nvSpPr>
          <p:spPr>
            <a:xfrm rot="5400000">
              <a:off x="8447100" y="3464675"/>
              <a:ext cx="6969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638" name="Google Shape;638;p1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3850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0" name="Google Shape;640;p16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641" name="Google Shape;641;p16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642" name="Google Shape;642;p16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3" name="Google Shape;643;p16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4" name="Google Shape;644;p16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16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16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16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16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9" name="Google Shape;649;p16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0" name="Google Shape;650;p16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1" name="Google Shape;651;p16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2" name="Google Shape;652;p16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3" name="Google Shape;653;p16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4" name="Google Shape;654;p16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5" name="Google Shape;655;p16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6" name="Google Shape;656;p16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7" name="Google Shape;657;p16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8" name="Google Shape;658;p16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9" name="Google Shape;659;p16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0" name="Google Shape;660;p16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1" name="Google Shape;661;p16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2" name="Google Shape;662;p16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3" name="Google Shape;663;p16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4" name="Google Shape;664;p16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5" name="Google Shape;665;p16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6" name="Google Shape;666;p16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667" name="Google Shape;667;p16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8" name="Google Shape;668;p16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9" name="Google Shape;669;p16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0" name="Google Shape;670;p16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1" name="Google Shape;671;p16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2" name="Google Shape;672;p16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3" name="Google Shape;673;p16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4" name="Google Shape;674;p16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16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6" name="Google Shape;676;p16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7" name="Google Shape;677;p16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8" name="Google Shape;678;p16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9" name="Google Shape;679;p16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80" name="Google Shape;680;p16"/>
          <p:cNvGrpSpPr/>
          <p:nvPr/>
        </p:nvGrpSpPr>
        <p:grpSpPr>
          <a:xfrm>
            <a:off x="366955" y="405600"/>
            <a:ext cx="11512845" cy="6079200"/>
            <a:chOff x="275216" y="304200"/>
            <a:chExt cx="8634634" cy="4559400"/>
          </a:xfrm>
        </p:grpSpPr>
        <p:grpSp>
          <p:nvGrpSpPr>
            <p:cNvPr id="681" name="Google Shape;681;p16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682" name="Google Shape;682;p16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683" name="Google Shape;683;p1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4" name="Google Shape;684;p16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85" name="Google Shape;685;p16"/>
            <p:cNvSpPr/>
            <p:nvPr/>
          </p:nvSpPr>
          <p:spPr>
            <a:xfrm rot="5400000">
              <a:off x="8438250" y="10169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686" name="Google Shape;686;p16"/>
          <p:cNvSpPr txBox="1">
            <a:spLocks noGrp="1"/>
          </p:cNvSpPr>
          <p:nvPr>
            <p:ph type="title"/>
          </p:nvPr>
        </p:nvSpPr>
        <p:spPr>
          <a:xfrm>
            <a:off x="2510384" y="4193184"/>
            <a:ext cx="71712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7" name="Google Shape;687;p16"/>
          <p:cNvSpPr txBox="1">
            <a:spLocks noGrp="1"/>
          </p:cNvSpPr>
          <p:nvPr>
            <p:ph type="subTitle" idx="1"/>
          </p:nvPr>
        </p:nvSpPr>
        <p:spPr>
          <a:xfrm>
            <a:off x="1635184" y="1782417"/>
            <a:ext cx="8921600" cy="22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258105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1">
  <p:cSld name="Encabezado de sección 1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17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690" name="Google Shape;690;p17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691" name="Google Shape;691;p17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17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17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4" name="Google Shape;694;p17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5" name="Google Shape;695;p17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6" name="Google Shape;696;p17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7" name="Google Shape;697;p17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8" name="Google Shape;698;p17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9" name="Google Shape;699;p17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0" name="Google Shape;700;p17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1" name="Google Shape;701;p17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2" name="Google Shape;702;p17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3" name="Google Shape;703;p17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4" name="Google Shape;704;p17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5" name="Google Shape;705;p17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6" name="Google Shape;706;p17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7" name="Google Shape;707;p17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8" name="Google Shape;708;p17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9" name="Google Shape;709;p17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0" name="Google Shape;710;p17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1" name="Google Shape;711;p17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2" name="Google Shape;712;p17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3" name="Google Shape;713;p17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4" name="Google Shape;714;p17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5" name="Google Shape;715;p17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716" name="Google Shape;716;p17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7" name="Google Shape;717;p17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8" name="Google Shape;718;p17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9" name="Google Shape;719;p17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0" name="Google Shape;720;p17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1" name="Google Shape;721;p17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2" name="Google Shape;722;p17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3" name="Google Shape;723;p17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4" name="Google Shape;724;p17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5" name="Google Shape;725;p17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6" name="Google Shape;726;p17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7" name="Google Shape;727;p17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8" name="Google Shape;728;p17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9" name="Google Shape;729;p17"/>
          <p:cNvGrpSpPr/>
          <p:nvPr/>
        </p:nvGrpSpPr>
        <p:grpSpPr>
          <a:xfrm>
            <a:off x="366955" y="405600"/>
            <a:ext cx="11512845" cy="6079200"/>
            <a:chOff x="275216" y="304200"/>
            <a:chExt cx="8634634" cy="4559400"/>
          </a:xfrm>
        </p:grpSpPr>
        <p:grpSp>
          <p:nvGrpSpPr>
            <p:cNvPr id="730" name="Google Shape;730;p17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731" name="Google Shape;731;p17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732" name="Google Shape;732;p1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33" name="Google Shape;733;p17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34" name="Google Shape;734;p17"/>
            <p:cNvSpPr/>
            <p:nvPr/>
          </p:nvSpPr>
          <p:spPr>
            <a:xfrm rot="5400000">
              <a:off x="8438250" y="3284852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35" name="Google Shape;735;p17"/>
            <p:cNvSpPr/>
            <p:nvPr/>
          </p:nvSpPr>
          <p:spPr>
            <a:xfrm rot="5400000">
              <a:off x="8447100" y="4100750"/>
              <a:ext cx="6969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736" name="Google Shape;736;p17"/>
          <p:cNvSpPr txBox="1">
            <a:spLocks noGrp="1"/>
          </p:cNvSpPr>
          <p:nvPr>
            <p:ph type="title"/>
          </p:nvPr>
        </p:nvSpPr>
        <p:spPr>
          <a:xfrm>
            <a:off x="4525684" y="2598900"/>
            <a:ext cx="5947600" cy="99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7" name="Google Shape;737;p17"/>
          <p:cNvSpPr txBox="1">
            <a:spLocks noGrp="1"/>
          </p:cNvSpPr>
          <p:nvPr>
            <p:ph type="title" idx="2" hasCustomPrompt="1"/>
          </p:nvPr>
        </p:nvSpPr>
        <p:spPr>
          <a:xfrm>
            <a:off x="1773484" y="2834584"/>
            <a:ext cx="2202800" cy="1221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8" name="Google Shape;738;p17"/>
          <p:cNvSpPr txBox="1">
            <a:spLocks noGrp="1"/>
          </p:cNvSpPr>
          <p:nvPr>
            <p:ph type="subTitle" idx="1"/>
          </p:nvPr>
        </p:nvSpPr>
        <p:spPr>
          <a:xfrm>
            <a:off x="4525684" y="3791467"/>
            <a:ext cx="59476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068447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" name="Google Shape;740;p18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741" name="Google Shape;741;p18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742" name="Google Shape;742;p18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3" name="Google Shape;743;p18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4" name="Google Shape;744;p18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5" name="Google Shape;745;p18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6" name="Google Shape;746;p18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7" name="Google Shape;747;p18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8" name="Google Shape;748;p18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9" name="Google Shape;749;p18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0" name="Google Shape;750;p18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1" name="Google Shape;751;p18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2" name="Google Shape;752;p18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3" name="Google Shape;753;p18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4" name="Google Shape;754;p18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5" name="Google Shape;755;p18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6" name="Google Shape;756;p18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7" name="Google Shape;757;p18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8" name="Google Shape;758;p18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9" name="Google Shape;759;p18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0" name="Google Shape;760;p18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1" name="Google Shape;761;p18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2" name="Google Shape;762;p18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3" name="Google Shape;763;p18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4" name="Google Shape;764;p18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5" name="Google Shape;765;p18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6" name="Google Shape;766;p18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767" name="Google Shape;767;p18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8" name="Google Shape;768;p18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9" name="Google Shape;769;p18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0" name="Google Shape;770;p18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1" name="Google Shape;771;p18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2" name="Google Shape;772;p18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3" name="Google Shape;773;p18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4" name="Google Shape;774;p18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5" name="Google Shape;775;p18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6" name="Google Shape;776;p18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7" name="Google Shape;777;p18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8" name="Google Shape;778;p18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9" name="Google Shape;779;p18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80" name="Google Shape;780;p18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781" name="Google Shape;781;p18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784" name="Google Shape;784;p18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785" name="Google Shape;785;p18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786" name="Google Shape;786;p1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87" name="Google Shape;787;p18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788" name="Google Shape;788;p18"/>
          <p:cNvSpPr txBox="1">
            <a:spLocks noGrp="1"/>
          </p:cNvSpPr>
          <p:nvPr>
            <p:ph type="title"/>
          </p:nvPr>
        </p:nvSpPr>
        <p:spPr>
          <a:xfrm>
            <a:off x="1899567" y="1305733"/>
            <a:ext cx="3880000" cy="27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9" name="Google Shape;789;p18"/>
          <p:cNvSpPr txBox="1">
            <a:spLocks noGrp="1"/>
          </p:cNvSpPr>
          <p:nvPr>
            <p:ph type="subTitle" idx="1"/>
          </p:nvPr>
        </p:nvSpPr>
        <p:spPr>
          <a:xfrm>
            <a:off x="1899567" y="4063867"/>
            <a:ext cx="3880000" cy="1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90" name="Google Shape;790;p18"/>
          <p:cNvSpPr>
            <a:spLocks noGrp="1"/>
          </p:cNvSpPr>
          <p:nvPr>
            <p:ph type="pic" idx="2"/>
          </p:nvPr>
        </p:nvSpPr>
        <p:spPr>
          <a:xfrm>
            <a:off x="6412400" y="1418167"/>
            <a:ext cx="3880000" cy="4021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246650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19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793" name="Google Shape;793;p19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794" name="Google Shape;794;p19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5" name="Google Shape;795;p19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6" name="Google Shape;796;p19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7" name="Google Shape;797;p19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8" name="Google Shape;798;p19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9" name="Google Shape;799;p19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0" name="Google Shape;800;p19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1" name="Google Shape;801;p19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2" name="Google Shape;802;p19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3" name="Google Shape;803;p19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4" name="Google Shape;804;p19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5" name="Google Shape;805;p19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6" name="Google Shape;806;p19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7" name="Google Shape;807;p19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8" name="Google Shape;808;p19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9" name="Google Shape;809;p19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0" name="Google Shape;810;p19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1" name="Google Shape;811;p19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2" name="Google Shape;812;p19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3" name="Google Shape;813;p19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4" name="Google Shape;814;p19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5" name="Google Shape;815;p19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6" name="Google Shape;816;p19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7" name="Google Shape;817;p19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8" name="Google Shape;818;p19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19" name="Google Shape;819;p19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0" name="Google Shape;820;p19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1" name="Google Shape;821;p19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2" name="Google Shape;822;p19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3" name="Google Shape;823;p19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4" name="Google Shape;824;p19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5" name="Google Shape;825;p19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6" name="Google Shape;826;p19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7" name="Google Shape;827;p19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8" name="Google Shape;828;p19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9" name="Google Shape;829;p19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0" name="Google Shape;830;p19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1" name="Google Shape;831;p19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32" name="Google Shape;832;p19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833" name="Google Shape;833;p19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34" name="Google Shape;834;p19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835" name="Google Shape;835;p19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836" name="Google Shape;836;p19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837" name="Google Shape;837;p1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8" name="Google Shape;838;p19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39" name="Google Shape;839;p19"/>
          <p:cNvSpPr txBox="1">
            <a:spLocks noGrp="1"/>
          </p:cNvSpPr>
          <p:nvPr>
            <p:ph type="title"/>
          </p:nvPr>
        </p:nvSpPr>
        <p:spPr>
          <a:xfrm>
            <a:off x="1662167" y="1953200"/>
            <a:ext cx="3448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0" name="Google Shape;840;p19"/>
          <p:cNvSpPr txBox="1">
            <a:spLocks noGrp="1"/>
          </p:cNvSpPr>
          <p:nvPr>
            <p:ph type="subTitle" idx="1"/>
          </p:nvPr>
        </p:nvSpPr>
        <p:spPr>
          <a:xfrm>
            <a:off x="1662167" y="3370800"/>
            <a:ext cx="3448000" cy="15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297997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2" name="Google Shape;842;p20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843" name="Google Shape;843;p20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844" name="Google Shape;844;p20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5" name="Google Shape;845;p20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6" name="Google Shape;846;p20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7" name="Google Shape;847;p20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8" name="Google Shape;848;p20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9" name="Google Shape;849;p20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0" name="Google Shape;850;p20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1" name="Google Shape;851;p20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2" name="Google Shape;852;p20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3" name="Google Shape;853;p20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4" name="Google Shape;854;p20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5" name="Google Shape;855;p20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6" name="Google Shape;856;p20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7" name="Google Shape;857;p20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8" name="Google Shape;858;p20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9" name="Google Shape;859;p20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0" name="Google Shape;860;p20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1" name="Google Shape;861;p20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2" name="Google Shape;862;p20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3" name="Google Shape;863;p20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4" name="Google Shape;864;p20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5" name="Google Shape;865;p20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6" name="Google Shape;866;p20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7" name="Google Shape;867;p20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8" name="Google Shape;868;p20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69" name="Google Shape;869;p20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0" name="Google Shape;870;p20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1" name="Google Shape;871;p20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2" name="Google Shape;872;p20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3" name="Google Shape;873;p20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4" name="Google Shape;874;p20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5" name="Google Shape;875;p20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6" name="Google Shape;876;p20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7" name="Google Shape;877;p20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8" name="Google Shape;878;p20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9" name="Google Shape;879;p20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0" name="Google Shape;880;p20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1" name="Google Shape;881;p20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82" name="Google Shape;882;p20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883" name="Google Shape;883;p20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84" name="Google Shape;884;p20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85" name="Google Shape;885;p20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886" name="Google Shape;886;p20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887" name="Google Shape;887;p20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888" name="Google Shape;888;p20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9" name="Google Shape;889;p20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90" name="Google Shape;890;p20"/>
          <p:cNvSpPr txBox="1">
            <a:spLocks noGrp="1"/>
          </p:cNvSpPr>
          <p:nvPr>
            <p:ph type="title"/>
          </p:nvPr>
        </p:nvSpPr>
        <p:spPr>
          <a:xfrm>
            <a:off x="7056965" y="2001600"/>
            <a:ext cx="34728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867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1" name="Google Shape;891;p20"/>
          <p:cNvSpPr txBox="1">
            <a:spLocks noGrp="1"/>
          </p:cNvSpPr>
          <p:nvPr>
            <p:ph type="subTitle" idx="1"/>
          </p:nvPr>
        </p:nvSpPr>
        <p:spPr>
          <a:xfrm>
            <a:off x="7057133" y="3416000"/>
            <a:ext cx="3472800" cy="1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87756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3" name="Google Shape;893;p21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894" name="Google Shape;894;p21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895" name="Google Shape;895;p21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6" name="Google Shape;896;p21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7" name="Google Shape;897;p21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8" name="Google Shape;898;p21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9" name="Google Shape;899;p21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0" name="Google Shape;900;p21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1" name="Google Shape;901;p21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2" name="Google Shape;902;p21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3" name="Google Shape;903;p21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4" name="Google Shape;904;p21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5" name="Google Shape;905;p21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6" name="Google Shape;906;p21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7" name="Google Shape;907;p21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8" name="Google Shape;908;p21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9" name="Google Shape;909;p21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0" name="Google Shape;910;p21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1" name="Google Shape;911;p21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2" name="Google Shape;912;p21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3" name="Google Shape;913;p21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4" name="Google Shape;914;p21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5" name="Google Shape;915;p21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6" name="Google Shape;916;p21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7" name="Google Shape;917;p21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8" name="Google Shape;918;p21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9" name="Google Shape;919;p21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920" name="Google Shape;920;p21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1" name="Google Shape;921;p21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2" name="Google Shape;922;p21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3" name="Google Shape;923;p21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4" name="Google Shape;924;p21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5" name="Google Shape;925;p21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6" name="Google Shape;926;p21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7" name="Google Shape;927;p21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8" name="Google Shape;928;p21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9" name="Google Shape;929;p21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0" name="Google Shape;930;p21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1" name="Google Shape;931;p21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2" name="Google Shape;932;p21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33" name="Google Shape;933;p21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934" name="Google Shape;934;p21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35" name="Google Shape;935;p21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936" name="Google Shape;936;p21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937" name="Google Shape;937;p21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938" name="Google Shape;938;p2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9" name="Google Shape;939;p21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40" name="Google Shape;940;p21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41" name="Google Shape;941;p21"/>
          <p:cNvSpPr txBox="1">
            <a:spLocks noGrp="1"/>
          </p:cNvSpPr>
          <p:nvPr>
            <p:ph type="subTitle" idx="1"/>
          </p:nvPr>
        </p:nvSpPr>
        <p:spPr>
          <a:xfrm>
            <a:off x="3771133" y="4500800"/>
            <a:ext cx="5477200" cy="12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2" name="Google Shape;942;p21"/>
          <p:cNvSpPr txBox="1">
            <a:spLocks noGrp="1"/>
          </p:cNvSpPr>
          <p:nvPr>
            <p:ph type="subTitle" idx="2"/>
          </p:nvPr>
        </p:nvSpPr>
        <p:spPr>
          <a:xfrm>
            <a:off x="3771139" y="2418000"/>
            <a:ext cx="5477200" cy="12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3" name="Google Shape;943;p21"/>
          <p:cNvSpPr txBox="1">
            <a:spLocks noGrp="1"/>
          </p:cNvSpPr>
          <p:nvPr>
            <p:ph type="subTitle" idx="3"/>
          </p:nvPr>
        </p:nvSpPr>
        <p:spPr>
          <a:xfrm>
            <a:off x="3771137" y="1883033"/>
            <a:ext cx="5477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4" name="Google Shape;944;p21"/>
          <p:cNvSpPr txBox="1">
            <a:spLocks noGrp="1"/>
          </p:cNvSpPr>
          <p:nvPr>
            <p:ph type="subTitle" idx="4"/>
          </p:nvPr>
        </p:nvSpPr>
        <p:spPr>
          <a:xfrm>
            <a:off x="3771139" y="3965833"/>
            <a:ext cx="5477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50149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6" name="Google Shape;946;p22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947" name="Google Shape;947;p22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948" name="Google Shape;948;p22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9" name="Google Shape;949;p22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0" name="Google Shape;950;p22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1" name="Google Shape;951;p22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2" name="Google Shape;952;p22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3" name="Google Shape;953;p22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4" name="Google Shape;954;p22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5" name="Google Shape;955;p22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6" name="Google Shape;956;p22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7" name="Google Shape;957;p22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8" name="Google Shape;958;p22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9" name="Google Shape;959;p22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0" name="Google Shape;960;p22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1" name="Google Shape;961;p22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2" name="Google Shape;962;p22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3" name="Google Shape;963;p22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4" name="Google Shape;964;p22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5" name="Google Shape;965;p22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6" name="Google Shape;966;p22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7" name="Google Shape;967;p22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8" name="Google Shape;968;p22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9" name="Google Shape;969;p22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0" name="Google Shape;970;p22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1" name="Google Shape;971;p22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2" name="Google Shape;972;p22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973" name="Google Shape;973;p22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4" name="Google Shape;974;p22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5" name="Google Shape;975;p22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6" name="Google Shape;976;p22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7" name="Google Shape;977;p22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8" name="Google Shape;978;p22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9" name="Google Shape;979;p22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0" name="Google Shape;980;p22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1" name="Google Shape;981;p22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2" name="Google Shape;982;p22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3" name="Google Shape;983;p22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4" name="Google Shape;984;p22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5" name="Google Shape;985;p22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86" name="Google Shape;986;p22"/>
          <p:cNvGrpSpPr/>
          <p:nvPr/>
        </p:nvGrpSpPr>
        <p:grpSpPr>
          <a:xfrm>
            <a:off x="366955" y="396751"/>
            <a:ext cx="11208224" cy="6384000"/>
            <a:chOff x="275216" y="297563"/>
            <a:chExt cx="8406168" cy="4788000"/>
          </a:xfrm>
        </p:grpSpPr>
        <p:grpSp>
          <p:nvGrpSpPr>
            <p:cNvPr id="987" name="Google Shape;987;p22"/>
            <p:cNvGrpSpPr/>
            <p:nvPr/>
          </p:nvGrpSpPr>
          <p:grpSpPr>
            <a:xfrm>
              <a:off x="275216" y="297563"/>
              <a:ext cx="8406168" cy="4559400"/>
              <a:chOff x="155350" y="382538"/>
              <a:chExt cx="8686750" cy="4559400"/>
            </a:xfrm>
          </p:grpSpPr>
          <p:sp>
            <p:nvSpPr>
              <p:cNvPr id="988" name="Google Shape;988;p22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989" name="Google Shape;989;p2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90" name="Google Shape;990;p22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91" name="Google Shape;991;p22"/>
            <p:cNvSpPr/>
            <p:nvPr/>
          </p:nvSpPr>
          <p:spPr>
            <a:xfrm rot="10800000" flipH="1">
              <a:off x="946897" y="4856963"/>
              <a:ext cx="1622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92" name="Google Shape;992;p22"/>
            <p:cNvSpPr/>
            <p:nvPr/>
          </p:nvSpPr>
          <p:spPr>
            <a:xfrm rot="10800000" flipH="1">
              <a:off x="2807687" y="4856963"/>
              <a:ext cx="1622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93" name="Google Shape;993;p22"/>
            <p:cNvSpPr/>
            <p:nvPr/>
          </p:nvSpPr>
          <p:spPr>
            <a:xfrm rot="10800000" flipH="1">
              <a:off x="4668477" y="4856963"/>
              <a:ext cx="1622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94" name="Google Shape;994;p22"/>
            <p:cNvSpPr/>
            <p:nvPr/>
          </p:nvSpPr>
          <p:spPr>
            <a:xfrm rot="10800000" flipH="1">
              <a:off x="6529268" y="4856963"/>
              <a:ext cx="1622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995" name="Google Shape;995;p22"/>
          <p:cNvSpPr/>
          <p:nvPr/>
        </p:nvSpPr>
        <p:spPr>
          <a:xfrm>
            <a:off x="1262529" y="155451"/>
            <a:ext cx="2163003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96" name="Google Shape;996;p22"/>
          <p:cNvSpPr/>
          <p:nvPr/>
        </p:nvSpPr>
        <p:spPr>
          <a:xfrm>
            <a:off x="3743583" y="155451"/>
            <a:ext cx="2163003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97" name="Google Shape;997;p22"/>
          <p:cNvSpPr/>
          <p:nvPr/>
        </p:nvSpPr>
        <p:spPr>
          <a:xfrm>
            <a:off x="6224636" y="155451"/>
            <a:ext cx="2163003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98" name="Google Shape;998;p22"/>
          <p:cNvSpPr/>
          <p:nvPr/>
        </p:nvSpPr>
        <p:spPr>
          <a:xfrm>
            <a:off x="8705691" y="155451"/>
            <a:ext cx="2163003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99" name="Google Shape;999;p22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0" name="Google Shape;1000;p22"/>
          <p:cNvSpPr txBox="1">
            <a:spLocks noGrp="1"/>
          </p:cNvSpPr>
          <p:nvPr>
            <p:ph type="subTitle" idx="1"/>
          </p:nvPr>
        </p:nvSpPr>
        <p:spPr>
          <a:xfrm>
            <a:off x="6397643" y="2265067"/>
            <a:ext cx="3774000" cy="32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1" name="Google Shape;1001;p22"/>
          <p:cNvSpPr txBox="1">
            <a:spLocks noGrp="1"/>
          </p:cNvSpPr>
          <p:nvPr>
            <p:ph type="subTitle" idx="2"/>
          </p:nvPr>
        </p:nvSpPr>
        <p:spPr>
          <a:xfrm>
            <a:off x="2020467" y="2265067"/>
            <a:ext cx="3774000" cy="32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346024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Google Shape;1003;p23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004" name="Google Shape;1004;p23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005" name="Google Shape;1005;p23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6" name="Google Shape;1006;p23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7" name="Google Shape;1007;p23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8" name="Google Shape;1008;p23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9" name="Google Shape;1009;p23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0" name="Google Shape;1010;p23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1" name="Google Shape;1011;p23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2" name="Google Shape;1012;p23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3" name="Google Shape;1013;p23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4" name="Google Shape;1014;p23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5" name="Google Shape;1015;p23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6" name="Google Shape;1016;p23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7" name="Google Shape;1017;p23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8" name="Google Shape;1018;p23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9" name="Google Shape;1019;p23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0" name="Google Shape;1020;p23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1" name="Google Shape;1021;p23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2" name="Google Shape;1022;p23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3" name="Google Shape;1023;p23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4" name="Google Shape;1024;p23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5" name="Google Shape;1025;p23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6" name="Google Shape;1026;p23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7" name="Google Shape;1027;p23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8" name="Google Shape;1028;p23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9" name="Google Shape;1029;p23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030" name="Google Shape;1030;p23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1" name="Google Shape;1031;p23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2" name="Google Shape;1032;p23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3" name="Google Shape;1033;p23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4" name="Google Shape;1034;p23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5" name="Google Shape;1035;p23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6" name="Google Shape;1036;p23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7" name="Google Shape;1037;p23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8" name="Google Shape;1038;p23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9" name="Google Shape;1039;p23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0" name="Google Shape;1040;p23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1" name="Google Shape;1041;p23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2" name="Google Shape;1042;p23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43" name="Google Shape;1043;p23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1044" name="Google Shape;1044;p23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45" name="Google Shape;1045;p23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46" name="Google Shape;1046;p23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1047" name="Google Shape;1047;p23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1048" name="Google Shape;1048;p23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1049" name="Google Shape;1049;p2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0" name="Google Shape;1050;p23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051" name="Google Shape;1051;p2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52" name="Google Shape;1052;p23"/>
          <p:cNvSpPr txBox="1">
            <a:spLocks noGrp="1"/>
          </p:cNvSpPr>
          <p:nvPr>
            <p:ph type="subTitle" idx="1"/>
          </p:nvPr>
        </p:nvSpPr>
        <p:spPr>
          <a:xfrm>
            <a:off x="6175884" y="2620667"/>
            <a:ext cx="4996800" cy="32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3" name="Google Shape;1053;p23"/>
          <p:cNvSpPr txBox="1">
            <a:spLocks noGrp="1"/>
          </p:cNvSpPr>
          <p:nvPr>
            <p:ph type="subTitle" idx="2"/>
          </p:nvPr>
        </p:nvSpPr>
        <p:spPr>
          <a:xfrm>
            <a:off x="1019317" y="2620667"/>
            <a:ext cx="4996800" cy="32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4" name="Google Shape;1054;p23"/>
          <p:cNvSpPr txBox="1">
            <a:spLocks noGrp="1"/>
          </p:cNvSpPr>
          <p:nvPr>
            <p:ph type="subTitle" idx="3"/>
          </p:nvPr>
        </p:nvSpPr>
        <p:spPr>
          <a:xfrm>
            <a:off x="1019316" y="2055333"/>
            <a:ext cx="499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5" name="Google Shape;1055;p23"/>
          <p:cNvSpPr txBox="1">
            <a:spLocks noGrp="1"/>
          </p:cNvSpPr>
          <p:nvPr>
            <p:ph type="subTitle" idx="4"/>
          </p:nvPr>
        </p:nvSpPr>
        <p:spPr>
          <a:xfrm>
            <a:off x="6175891" y="2055333"/>
            <a:ext cx="499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48596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7" name="Google Shape;1057;p24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058" name="Google Shape;1058;p24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059" name="Google Shape;1059;p24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0" name="Google Shape;1060;p24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1" name="Google Shape;1061;p24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2" name="Google Shape;1062;p24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3" name="Google Shape;1063;p24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4" name="Google Shape;1064;p24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5" name="Google Shape;1065;p24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6" name="Google Shape;1066;p24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7" name="Google Shape;1067;p24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8" name="Google Shape;1068;p24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9" name="Google Shape;1069;p24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0" name="Google Shape;1070;p24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1" name="Google Shape;1071;p24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2" name="Google Shape;1072;p24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3" name="Google Shape;1073;p24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4" name="Google Shape;1074;p24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5" name="Google Shape;1075;p24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6" name="Google Shape;1076;p24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7" name="Google Shape;1077;p24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8" name="Google Shape;1078;p24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9" name="Google Shape;1079;p24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0" name="Google Shape;1080;p24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1" name="Google Shape;1081;p24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2" name="Google Shape;1082;p24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3" name="Google Shape;1083;p24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084" name="Google Shape;1084;p24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5" name="Google Shape;1085;p24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6" name="Google Shape;1086;p24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7" name="Google Shape;1087;p24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8" name="Google Shape;1088;p24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9" name="Google Shape;1089;p24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0" name="Google Shape;1090;p24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1" name="Google Shape;1091;p24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2" name="Google Shape;1092;p24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3" name="Google Shape;1093;p24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4" name="Google Shape;1094;p24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5" name="Google Shape;1095;p24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6" name="Google Shape;1096;p24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97" name="Google Shape;1097;p24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1098" name="Google Shape;1098;p24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99" name="Google Shape;1099;p24"/>
            <p:cNvSpPr/>
            <p:nvPr/>
          </p:nvSpPr>
          <p:spPr>
            <a:xfrm>
              <a:off x="46952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1100" name="Google Shape;1100;p24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1101" name="Google Shape;1101;p24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1102" name="Google Shape;1102;p2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3" name="Google Shape;1103;p24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104" name="Google Shape;1104;p2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05" name="Google Shape;1105;p24"/>
          <p:cNvSpPr txBox="1">
            <a:spLocks noGrp="1"/>
          </p:cNvSpPr>
          <p:nvPr>
            <p:ph type="subTitle" idx="1"/>
          </p:nvPr>
        </p:nvSpPr>
        <p:spPr>
          <a:xfrm>
            <a:off x="1252100" y="3871067"/>
            <a:ext cx="3074000" cy="11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6" name="Google Shape;1106;p24"/>
          <p:cNvSpPr txBox="1">
            <a:spLocks noGrp="1"/>
          </p:cNvSpPr>
          <p:nvPr>
            <p:ph type="subTitle" idx="2"/>
          </p:nvPr>
        </p:nvSpPr>
        <p:spPr>
          <a:xfrm>
            <a:off x="4558995" y="3871067"/>
            <a:ext cx="3074000" cy="11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7" name="Google Shape;1107;p24"/>
          <p:cNvSpPr txBox="1">
            <a:spLocks noGrp="1"/>
          </p:cNvSpPr>
          <p:nvPr>
            <p:ph type="subTitle" idx="3"/>
          </p:nvPr>
        </p:nvSpPr>
        <p:spPr>
          <a:xfrm>
            <a:off x="7865899" y="3871067"/>
            <a:ext cx="3074000" cy="11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8" name="Google Shape;1108;p24"/>
          <p:cNvSpPr txBox="1">
            <a:spLocks noGrp="1"/>
          </p:cNvSpPr>
          <p:nvPr>
            <p:ph type="subTitle" idx="4"/>
          </p:nvPr>
        </p:nvSpPr>
        <p:spPr>
          <a:xfrm>
            <a:off x="1252100" y="332666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9" name="Google Shape;1109;p24"/>
          <p:cNvSpPr txBox="1">
            <a:spLocks noGrp="1"/>
          </p:cNvSpPr>
          <p:nvPr>
            <p:ph type="subTitle" idx="5"/>
          </p:nvPr>
        </p:nvSpPr>
        <p:spPr>
          <a:xfrm>
            <a:off x="4559000" y="332666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10" name="Google Shape;1110;p24"/>
          <p:cNvSpPr txBox="1">
            <a:spLocks noGrp="1"/>
          </p:cNvSpPr>
          <p:nvPr>
            <p:ph type="subTitle" idx="6"/>
          </p:nvPr>
        </p:nvSpPr>
        <p:spPr>
          <a:xfrm>
            <a:off x="7865897" y="332666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6994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2" name="Google Shape;1112;p25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113" name="Google Shape;1113;p25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114" name="Google Shape;1114;p25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5" name="Google Shape;1115;p25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6" name="Google Shape;1116;p25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7" name="Google Shape;1117;p25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8" name="Google Shape;1118;p25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9" name="Google Shape;1119;p25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0" name="Google Shape;1120;p25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1" name="Google Shape;1121;p25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2" name="Google Shape;1122;p25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3" name="Google Shape;1123;p25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4" name="Google Shape;1124;p25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5" name="Google Shape;1125;p25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6" name="Google Shape;1126;p25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7" name="Google Shape;1127;p25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8" name="Google Shape;1128;p25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9" name="Google Shape;1129;p25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0" name="Google Shape;1130;p25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1" name="Google Shape;1131;p25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2" name="Google Shape;1132;p25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3" name="Google Shape;1133;p25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4" name="Google Shape;1134;p25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5" name="Google Shape;1135;p25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6" name="Google Shape;1136;p25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7" name="Google Shape;1137;p25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8" name="Google Shape;1138;p25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139" name="Google Shape;1139;p25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0" name="Google Shape;1140;p25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1" name="Google Shape;1141;p25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2" name="Google Shape;1142;p25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3" name="Google Shape;1143;p25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4" name="Google Shape;1144;p25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5" name="Google Shape;1145;p25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6" name="Google Shape;1146;p25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7" name="Google Shape;1147;p25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8" name="Google Shape;1148;p25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9" name="Google Shape;1149;p25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0" name="Google Shape;1150;p25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1" name="Google Shape;1151;p25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52" name="Google Shape;1152;p25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1153" name="Google Shape;1153;p25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54" name="Google Shape;1154;p25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1155" name="Google Shape;1155;p25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1156" name="Google Shape;1156;p25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1157" name="Google Shape;1157;p2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8" name="Google Shape;1158;p25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159" name="Google Shape;1159;p2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60" name="Google Shape;1160;p25"/>
          <p:cNvSpPr txBox="1">
            <a:spLocks noGrp="1"/>
          </p:cNvSpPr>
          <p:nvPr>
            <p:ph type="subTitle" idx="1"/>
          </p:nvPr>
        </p:nvSpPr>
        <p:spPr>
          <a:xfrm>
            <a:off x="3150164" y="2476833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1" name="Google Shape;1161;p25"/>
          <p:cNvSpPr txBox="1">
            <a:spLocks noGrp="1"/>
          </p:cNvSpPr>
          <p:nvPr>
            <p:ph type="subTitle" idx="2"/>
          </p:nvPr>
        </p:nvSpPr>
        <p:spPr>
          <a:xfrm>
            <a:off x="7077069" y="2476833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2" name="Google Shape;1162;p25"/>
          <p:cNvSpPr txBox="1">
            <a:spLocks noGrp="1"/>
          </p:cNvSpPr>
          <p:nvPr>
            <p:ph type="subTitle" idx="3"/>
          </p:nvPr>
        </p:nvSpPr>
        <p:spPr>
          <a:xfrm>
            <a:off x="3150164" y="4667333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3" name="Google Shape;1163;p25"/>
          <p:cNvSpPr txBox="1">
            <a:spLocks noGrp="1"/>
          </p:cNvSpPr>
          <p:nvPr>
            <p:ph type="subTitle" idx="4"/>
          </p:nvPr>
        </p:nvSpPr>
        <p:spPr>
          <a:xfrm>
            <a:off x="7077069" y="4667333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4" name="Google Shape;1164;p25"/>
          <p:cNvSpPr txBox="1">
            <a:spLocks noGrp="1"/>
          </p:cNvSpPr>
          <p:nvPr>
            <p:ph type="subTitle" idx="5"/>
          </p:nvPr>
        </p:nvSpPr>
        <p:spPr>
          <a:xfrm>
            <a:off x="3150151" y="1922067"/>
            <a:ext cx="2637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5" name="Google Shape;1165;p25"/>
          <p:cNvSpPr txBox="1">
            <a:spLocks noGrp="1"/>
          </p:cNvSpPr>
          <p:nvPr>
            <p:ph type="subTitle" idx="6"/>
          </p:nvPr>
        </p:nvSpPr>
        <p:spPr>
          <a:xfrm>
            <a:off x="3150151" y="4112700"/>
            <a:ext cx="2637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6" name="Google Shape;1166;p25"/>
          <p:cNvSpPr txBox="1">
            <a:spLocks noGrp="1"/>
          </p:cNvSpPr>
          <p:nvPr>
            <p:ph type="subTitle" idx="7"/>
          </p:nvPr>
        </p:nvSpPr>
        <p:spPr>
          <a:xfrm>
            <a:off x="7077051" y="1922067"/>
            <a:ext cx="2637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7" name="Google Shape;1167;p25"/>
          <p:cNvSpPr txBox="1">
            <a:spLocks noGrp="1"/>
          </p:cNvSpPr>
          <p:nvPr>
            <p:ph type="subTitle" idx="8"/>
          </p:nvPr>
        </p:nvSpPr>
        <p:spPr>
          <a:xfrm>
            <a:off x="7077051" y="4112700"/>
            <a:ext cx="2637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8988732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9" name="Google Shape;1169;p26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170" name="Google Shape;1170;p26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171" name="Google Shape;1171;p26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2" name="Google Shape;1172;p26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3" name="Google Shape;1173;p26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4" name="Google Shape;1174;p26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5" name="Google Shape;1175;p26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6" name="Google Shape;1176;p26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7" name="Google Shape;1177;p26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8" name="Google Shape;1178;p26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9" name="Google Shape;1179;p26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0" name="Google Shape;1180;p26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1" name="Google Shape;1181;p26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2" name="Google Shape;1182;p26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3" name="Google Shape;1183;p26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4" name="Google Shape;1184;p26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5" name="Google Shape;1185;p26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6" name="Google Shape;1186;p26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7" name="Google Shape;1187;p26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8" name="Google Shape;1188;p26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9" name="Google Shape;1189;p26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0" name="Google Shape;1190;p26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1" name="Google Shape;1191;p26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2" name="Google Shape;1192;p26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3" name="Google Shape;1193;p26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4" name="Google Shape;1194;p26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5" name="Google Shape;1195;p26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196" name="Google Shape;1196;p26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7" name="Google Shape;1197;p26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8" name="Google Shape;1198;p26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9" name="Google Shape;1199;p26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0" name="Google Shape;1200;p26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1" name="Google Shape;1201;p26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2" name="Google Shape;1202;p26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3" name="Google Shape;1203;p26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4" name="Google Shape;1204;p26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5" name="Google Shape;1205;p26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6" name="Google Shape;1206;p26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7" name="Google Shape;1207;p26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8" name="Google Shape;1208;p26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09" name="Google Shape;1209;p26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1210" name="Google Shape;1210;p26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11" name="Google Shape;1211;p26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1212" name="Google Shape;1212;p26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1214" name="Google Shape;1214;p2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15" name="Google Shape;1215;p26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216" name="Google Shape;1216;p2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7" name="Google Shape;1217;p26"/>
          <p:cNvSpPr txBox="1">
            <a:spLocks noGrp="1"/>
          </p:cNvSpPr>
          <p:nvPr>
            <p:ph type="subTitle" idx="1"/>
          </p:nvPr>
        </p:nvSpPr>
        <p:spPr>
          <a:xfrm>
            <a:off x="1316567" y="2884233"/>
            <a:ext cx="2972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8" name="Google Shape;1218;p26"/>
          <p:cNvSpPr txBox="1">
            <a:spLocks noGrp="1"/>
          </p:cNvSpPr>
          <p:nvPr>
            <p:ph type="subTitle" idx="2"/>
          </p:nvPr>
        </p:nvSpPr>
        <p:spPr>
          <a:xfrm>
            <a:off x="4615600" y="2884233"/>
            <a:ext cx="2960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9" name="Google Shape;1219;p26"/>
          <p:cNvSpPr txBox="1">
            <a:spLocks noGrp="1"/>
          </p:cNvSpPr>
          <p:nvPr>
            <p:ph type="subTitle" idx="3"/>
          </p:nvPr>
        </p:nvSpPr>
        <p:spPr>
          <a:xfrm>
            <a:off x="1316567" y="5070600"/>
            <a:ext cx="2972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0" name="Google Shape;1220;p26"/>
          <p:cNvSpPr txBox="1">
            <a:spLocks noGrp="1"/>
          </p:cNvSpPr>
          <p:nvPr>
            <p:ph type="subTitle" idx="4"/>
          </p:nvPr>
        </p:nvSpPr>
        <p:spPr>
          <a:xfrm>
            <a:off x="4615600" y="5070600"/>
            <a:ext cx="2960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1" name="Google Shape;1221;p26"/>
          <p:cNvSpPr txBox="1">
            <a:spLocks noGrp="1"/>
          </p:cNvSpPr>
          <p:nvPr>
            <p:ph type="subTitle" idx="5"/>
          </p:nvPr>
        </p:nvSpPr>
        <p:spPr>
          <a:xfrm>
            <a:off x="7902933" y="2884233"/>
            <a:ext cx="2972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2" name="Google Shape;1222;p26"/>
          <p:cNvSpPr txBox="1">
            <a:spLocks noGrp="1"/>
          </p:cNvSpPr>
          <p:nvPr>
            <p:ph type="subTitle" idx="6"/>
          </p:nvPr>
        </p:nvSpPr>
        <p:spPr>
          <a:xfrm>
            <a:off x="7902933" y="5070600"/>
            <a:ext cx="2972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3" name="Google Shape;1223;p26"/>
          <p:cNvSpPr txBox="1">
            <a:spLocks noGrp="1"/>
          </p:cNvSpPr>
          <p:nvPr>
            <p:ph type="subTitle" idx="7"/>
          </p:nvPr>
        </p:nvSpPr>
        <p:spPr>
          <a:xfrm>
            <a:off x="1322400" y="2330600"/>
            <a:ext cx="296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4" name="Google Shape;1224;p26"/>
          <p:cNvSpPr txBox="1">
            <a:spLocks noGrp="1"/>
          </p:cNvSpPr>
          <p:nvPr>
            <p:ph type="subTitle" idx="8"/>
          </p:nvPr>
        </p:nvSpPr>
        <p:spPr>
          <a:xfrm>
            <a:off x="4621411" y="2330600"/>
            <a:ext cx="2949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5" name="Google Shape;1225;p26"/>
          <p:cNvSpPr txBox="1">
            <a:spLocks noGrp="1"/>
          </p:cNvSpPr>
          <p:nvPr>
            <p:ph type="subTitle" idx="9"/>
          </p:nvPr>
        </p:nvSpPr>
        <p:spPr>
          <a:xfrm>
            <a:off x="7908768" y="2330600"/>
            <a:ext cx="296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6" name="Google Shape;1226;p26"/>
          <p:cNvSpPr txBox="1">
            <a:spLocks noGrp="1"/>
          </p:cNvSpPr>
          <p:nvPr>
            <p:ph type="subTitle" idx="13"/>
          </p:nvPr>
        </p:nvSpPr>
        <p:spPr>
          <a:xfrm>
            <a:off x="1322400" y="4516933"/>
            <a:ext cx="296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7" name="Google Shape;1227;p26"/>
          <p:cNvSpPr txBox="1">
            <a:spLocks noGrp="1"/>
          </p:cNvSpPr>
          <p:nvPr>
            <p:ph type="subTitle" idx="14"/>
          </p:nvPr>
        </p:nvSpPr>
        <p:spPr>
          <a:xfrm>
            <a:off x="4621411" y="4516933"/>
            <a:ext cx="2949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8" name="Google Shape;1228;p26"/>
          <p:cNvSpPr txBox="1">
            <a:spLocks noGrp="1"/>
          </p:cNvSpPr>
          <p:nvPr>
            <p:ph type="subTitle" idx="15"/>
          </p:nvPr>
        </p:nvSpPr>
        <p:spPr>
          <a:xfrm>
            <a:off x="7908768" y="4516933"/>
            <a:ext cx="296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ebo"/>
              <a:buNone/>
              <a:defRPr sz="3200" b="1"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857516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">
  <p:cSld name="Title and eight columns"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0" name="Google Shape;1230;p27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231" name="Google Shape;1231;p27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232" name="Google Shape;1232;p27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3" name="Google Shape;1233;p27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4" name="Google Shape;1234;p27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5" name="Google Shape;1235;p27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6" name="Google Shape;1236;p27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7" name="Google Shape;1237;p27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8" name="Google Shape;1238;p27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9" name="Google Shape;1239;p27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0" name="Google Shape;1240;p27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1" name="Google Shape;1241;p27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2" name="Google Shape;1242;p27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3" name="Google Shape;1243;p27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4" name="Google Shape;1244;p27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5" name="Google Shape;1245;p27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6" name="Google Shape;1246;p27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7" name="Google Shape;1247;p27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8" name="Google Shape;1248;p27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9" name="Google Shape;1249;p27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0" name="Google Shape;1250;p27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1" name="Google Shape;1251;p27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2" name="Google Shape;1252;p27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3" name="Google Shape;1253;p27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4" name="Google Shape;1254;p27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5" name="Google Shape;1255;p27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6" name="Google Shape;1256;p27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257" name="Google Shape;1257;p27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8" name="Google Shape;1258;p27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9" name="Google Shape;1259;p27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0" name="Google Shape;1260;p27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1" name="Google Shape;1261;p27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2" name="Google Shape;1262;p27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3" name="Google Shape;1263;p27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4" name="Google Shape;1264;p27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5" name="Google Shape;1265;p27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6" name="Google Shape;1266;p27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7" name="Google Shape;1267;p27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8" name="Google Shape;1268;p27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9" name="Google Shape;1269;p27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70" name="Google Shape;1270;p27"/>
          <p:cNvGrpSpPr/>
          <p:nvPr/>
        </p:nvGrpSpPr>
        <p:grpSpPr>
          <a:xfrm>
            <a:off x="366955" y="405600"/>
            <a:ext cx="11512845" cy="6079200"/>
            <a:chOff x="275216" y="304200"/>
            <a:chExt cx="8634634" cy="4559400"/>
          </a:xfrm>
        </p:grpSpPr>
        <p:grpSp>
          <p:nvGrpSpPr>
            <p:cNvPr id="1271" name="Google Shape;1271;p27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1272" name="Google Shape;1272;p27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1273" name="Google Shape;1273;p2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74" name="Google Shape;1274;p27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75" name="Google Shape;1275;p27"/>
            <p:cNvSpPr/>
            <p:nvPr/>
          </p:nvSpPr>
          <p:spPr>
            <a:xfrm rot="5400000">
              <a:off x="8438250" y="10169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76" name="Google Shape;1276;p27"/>
            <p:cNvSpPr/>
            <p:nvPr/>
          </p:nvSpPr>
          <p:spPr>
            <a:xfrm rot="5400000">
              <a:off x="8447100" y="1832875"/>
              <a:ext cx="6969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277" name="Google Shape;1277;p27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Noto Sans"/>
                <a:ea typeface="Noto Sans"/>
                <a:cs typeface="Noto Sans"/>
                <a:sym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Noto Sans"/>
                <a:ea typeface="Noto Sans"/>
                <a:cs typeface="Noto Sans"/>
                <a:sym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Noto Sans"/>
                <a:ea typeface="Noto Sans"/>
                <a:cs typeface="Noto Sans"/>
                <a:sym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Noto Sans"/>
                <a:ea typeface="Noto Sans"/>
                <a:cs typeface="Noto Sans"/>
                <a:sym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Noto Sans"/>
                <a:ea typeface="Noto Sans"/>
                <a:cs typeface="Noto Sans"/>
                <a:sym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Noto Sans"/>
                <a:ea typeface="Noto Sans"/>
                <a:cs typeface="Noto Sans"/>
                <a:sym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Noto Sans"/>
                <a:ea typeface="Noto Sans"/>
                <a:cs typeface="Noto Sans"/>
                <a:sym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78" name="Google Shape;1278;p27"/>
          <p:cNvSpPr txBox="1">
            <a:spLocks noGrp="1"/>
          </p:cNvSpPr>
          <p:nvPr>
            <p:ph type="subTitle" idx="1"/>
          </p:nvPr>
        </p:nvSpPr>
        <p:spPr>
          <a:xfrm>
            <a:off x="2606800" y="1953300"/>
            <a:ext cx="3375200" cy="8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79" name="Google Shape;1279;p27"/>
          <p:cNvSpPr txBox="1">
            <a:spLocks noGrp="1"/>
          </p:cNvSpPr>
          <p:nvPr>
            <p:ph type="title" idx="2" hasCustomPrompt="1"/>
          </p:nvPr>
        </p:nvSpPr>
        <p:spPr>
          <a:xfrm>
            <a:off x="1041033" y="1953300"/>
            <a:ext cx="1385600" cy="824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280" name="Google Shape;1280;p27"/>
          <p:cNvSpPr txBox="1">
            <a:spLocks noGrp="1"/>
          </p:cNvSpPr>
          <p:nvPr>
            <p:ph type="subTitle" idx="3"/>
          </p:nvPr>
        </p:nvSpPr>
        <p:spPr>
          <a:xfrm>
            <a:off x="2606800" y="2943900"/>
            <a:ext cx="3375200" cy="8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1" name="Google Shape;1281;p27"/>
          <p:cNvSpPr txBox="1">
            <a:spLocks noGrp="1"/>
          </p:cNvSpPr>
          <p:nvPr>
            <p:ph type="title" idx="4" hasCustomPrompt="1"/>
          </p:nvPr>
        </p:nvSpPr>
        <p:spPr>
          <a:xfrm>
            <a:off x="1041033" y="2943900"/>
            <a:ext cx="1385600" cy="824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282" name="Google Shape;1282;p27"/>
          <p:cNvSpPr txBox="1">
            <a:spLocks noGrp="1"/>
          </p:cNvSpPr>
          <p:nvPr>
            <p:ph type="subTitle" idx="5"/>
          </p:nvPr>
        </p:nvSpPr>
        <p:spPr>
          <a:xfrm>
            <a:off x="2606800" y="3934500"/>
            <a:ext cx="3375200" cy="8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3" name="Google Shape;1283;p27"/>
          <p:cNvSpPr txBox="1">
            <a:spLocks noGrp="1"/>
          </p:cNvSpPr>
          <p:nvPr>
            <p:ph type="title" idx="6" hasCustomPrompt="1"/>
          </p:nvPr>
        </p:nvSpPr>
        <p:spPr>
          <a:xfrm>
            <a:off x="1041033" y="3934500"/>
            <a:ext cx="1385600" cy="824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284" name="Google Shape;1284;p27"/>
          <p:cNvSpPr txBox="1">
            <a:spLocks noGrp="1"/>
          </p:cNvSpPr>
          <p:nvPr>
            <p:ph type="subTitle" idx="7"/>
          </p:nvPr>
        </p:nvSpPr>
        <p:spPr>
          <a:xfrm>
            <a:off x="2606800" y="4925100"/>
            <a:ext cx="3375200" cy="8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5" name="Google Shape;1285;p27"/>
          <p:cNvSpPr txBox="1">
            <a:spLocks noGrp="1"/>
          </p:cNvSpPr>
          <p:nvPr>
            <p:ph type="title" idx="8" hasCustomPrompt="1"/>
          </p:nvPr>
        </p:nvSpPr>
        <p:spPr>
          <a:xfrm>
            <a:off x="1041033" y="4925100"/>
            <a:ext cx="1385600" cy="824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286" name="Google Shape;1286;p27"/>
          <p:cNvSpPr txBox="1">
            <a:spLocks noGrp="1"/>
          </p:cNvSpPr>
          <p:nvPr>
            <p:ph type="subTitle" idx="9"/>
          </p:nvPr>
        </p:nvSpPr>
        <p:spPr>
          <a:xfrm>
            <a:off x="7775700" y="1953300"/>
            <a:ext cx="3375200" cy="8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7" name="Google Shape;1287;p27"/>
          <p:cNvSpPr txBox="1">
            <a:spLocks noGrp="1"/>
          </p:cNvSpPr>
          <p:nvPr>
            <p:ph type="title" idx="13" hasCustomPrompt="1"/>
          </p:nvPr>
        </p:nvSpPr>
        <p:spPr>
          <a:xfrm>
            <a:off x="6209933" y="1953300"/>
            <a:ext cx="1385600" cy="824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288" name="Google Shape;1288;p27"/>
          <p:cNvSpPr txBox="1">
            <a:spLocks noGrp="1"/>
          </p:cNvSpPr>
          <p:nvPr>
            <p:ph type="subTitle" idx="14"/>
          </p:nvPr>
        </p:nvSpPr>
        <p:spPr>
          <a:xfrm>
            <a:off x="7775700" y="2943900"/>
            <a:ext cx="3375200" cy="8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9" name="Google Shape;1289;p27"/>
          <p:cNvSpPr txBox="1">
            <a:spLocks noGrp="1"/>
          </p:cNvSpPr>
          <p:nvPr>
            <p:ph type="title" idx="15" hasCustomPrompt="1"/>
          </p:nvPr>
        </p:nvSpPr>
        <p:spPr>
          <a:xfrm>
            <a:off x="6209933" y="2943900"/>
            <a:ext cx="1385600" cy="824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290" name="Google Shape;1290;p27"/>
          <p:cNvSpPr txBox="1">
            <a:spLocks noGrp="1"/>
          </p:cNvSpPr>
          <p:nvPr>
            <p:ph type="subTitle" idx="16"/>
          </p:nvPr>
        </p:nvSpPr>
        <p:spPr>
          <a:xfrm>
            <a:off x="7775700" y="3934500"/>
            <a:ext cx="3375200" cy="8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1" name="Google Shape;1291;p27"/>
          <p:cNvSpPr txBox="1">
            <a:spLocks noGrp="1"/>
          </p:cNvSpPr>
          <p:nvPr>
            <p:ph type="title" idx="17" hasCustomPrompt="1"/>
          </p:nvPr>
        </p:nvSpPr>
        <p:spPr>
          <a:xfrm>
            <a:off x="6209933" y="3934500"/>
            <a:ext cx="1385600" cy="824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292" name="Google Shape;1292;p27"/>
          <p:cNvSpPr txBox="1">
            <a:spLocks noGrp="1"/>
          </p:cNvSpPr>
          <p:nvPr>
            <p:ph type="subTitle" idx="18"/>
          </p:nvPr>
        </p:nvSpPr>
        <p:spPr>
          <a:xfrm>
            <a:off x="7775700" y="4925100"/>
            <a:ext cx="3375200" cy="8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3" name="Google Shape;1293;p27"/>
          <p:cNvSpPr txBox="1">
            <a:spLocks noGrp="1"/>
          </p:cNvSpPr>
          <p:nvPr>
            <p:ph type="title" idx="19" hasCustomPrompt="1"/>
          </p:nvPr>
        </p:nvSpPr>
        <p:spPr>
          <a:xfrm>
            <a:off x="6209933" y="4925100"/>
            <a:ext cx="1385600" cy="824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7734889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5" name="Google Shape;1295;p28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296" name="Google Shape;1296;p28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297" name="Google Shape;1297;p28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8" name="Google Shape;1298;p28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9" name="Google Shape;1299;p28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0" name="Google Shape;1300;p28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1" name="Google Shape;1301;p28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2" name="Google Shape;1302;p28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3" name="Google Shape;1303;p28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4" name="Google Shape;1304;p28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5" name="Google Shape;1305;p28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6" name="Google Shape;1306;p28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7" name="Google Shape;1307;p28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8" name="Google Shape;1308;p28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9" name="Google Shape;1309;p28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0" name="Google Shape;1310;p28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1" name="Google Shape;1311;p28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2" name="Google Shape;1312;p28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3" name="Google Shape;1313;p28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4" name="Google Shape;1314;p28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5" name="Google Shape;1315;p28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6" name="Google Shape;1316;p28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7" name="Google Shape;1317;p28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8" name="Google Shape;1318;p28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9" name="Google Shape;1319;p28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0" name="Google Shape;1320;p28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1" name="Google Shape;1321;p28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322" name="Google Shape;1322;p28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3" name="Google Shape;1323;p28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4" name="Google Shape;1324;p28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5" name="Google Shape;1325;p28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6" name="Google Shape;1326;p28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7" name="Google Shape;1327;p28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8" name="Google Shape;1328;p28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9" name="Google Shape;1329;p28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0" name="Google Shape;1330;p28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1" name="Google Shape;1331;p28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2" name="Google Shape;1332;p28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3" name="Google Shape;1333;p28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4" name="Google Shape;1334;p28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35" name="Google Shape;1335;p28"/>
          <p:cNvGrpSpPr/>
          <p:nvPr/>
        </p:nvGrpSpPr>
        <p:grpSpPr>
          <a:xfrm>
            <a:off x="366955" y="155451"/>
            <a:ext cx="11208224" cy="6320500"/>
            <a:chOff x="155350" y="201563"/>
            <a:chExt cx="8686750" cy="4740375"/>
          </a:xfrm>
        </p:grpSpPr>
        <p:sp>
          <p:nvSpPr>
            <p:cNvPr id="1336" name="Google Shape;1336;p28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1339" name="Google Shape;1339;p28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1340" name="Google Shape;1340;p28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1341" name="Google Shape;1341;p2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2" name="Google Shape;1342;p28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343" name="Google Shape;1343;p28"/>
          <p:cNvSpPr txBox="1">
            <a:spLocks noGrp="1"/>
          </p:cNvSpPr>
          <p:nvPr>
            <p:ph type="title" hasCustomPrompt="1"/>
          </p:nvPr>
        </p:nvSpPr>
        <p:spPr>
          <a:xfrm>
            <a:off x="4040867" y="1520800"/>
            <a:ext cx="4110400" cy="1025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4" name="Google Shape;1344;p28"/>
          <p:cNvSpPr txBox="1">
            <a:spLocks noGrp="1"/>
          </p:cNvSpPr>
          <p:nvPr>
            <p:ph type="subTitle" idx="1"/>
          </p:nvPr>
        </p:nvSpPr>
        <p:spPr>
          <a:xfrm>
            <a:off x="4040867" y="2723799"/>
            <a:ext cx="4110400" cy="5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45" name="Google Shape;1345;p28"/>
          <p:cNvSpPr txBox="1">
            <a:spLocks noGrp="1"/>
          </p:cNvSpPr>
          <p:nvPr>
            <p:ph type="title" idx="2" hasCustomPrompt="1"/>
          </p:nvPr>
        </p:nvSpPr>
        <p:spPr>
          <a:xfrm>
            <a:off x="1805684" y="3615900"/>
            <a:ext cx="4110400" cy="1025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6" name="Google Shape;1346;p28"/>
          <p:cNvSpPr txBox="1">
            <a:spLocks noGrp="1"/>
          </p:cNvSpPr>
          <p:nvPr>
            <p:ph type="subTitle" idx="3"/>
          </p:nvPr>
        </p:nvSpPr>
        <p:spPr>
          <a:xfrm>
            <a:off x="1805684" y="4818899"/>
            <a:ext cx="4110400" cy="5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47" name="Google Shape;1347;p28"/>
          <p:cNvSpPr txBox="1">
            <a:spLocks noGrp="1"/>
          </p:cNvSpPr>
          <p:nvPr>
            <p:ph type="title" idx="4" hasCustomPrompt="1"/>
          </p:nvPr>
        </p:nvSpPr>
        <p:spPr>
          <a:xfrm>
            <a:off x="6275917" y="3622167"/>
            <a:ext cx="4110400" cy="1025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8" name="Google Shape;1348;p28"/>
          <p:cNvSpPr txBox="1">
            <a:spLocks noGrp="1"/>
          </p:cNvSpPr>
          <p:nvPr>
            <p:ph type="subTitle" idx="5"/>
          </p:nvPr>
        </p:nvSpPr>
        <p:spPr>
          <a:xfrm>
            <a:off x="6275917" y="4825168"/>
            <a:ext cx="4110400" cy="5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303271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0" name="Google Shape;1350;p29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351" name="Google Shape;1351;p29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352" name="Google Shape;1352;p29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3" name="Google Shape;1353;p29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4" name="Google Shape;1354;p29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5" name="Google Shape;1355;p29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6" name="Google Shape;1356;p29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7" name="Google Shape;1357;p29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8" name="Google Shape;1358;p29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9" name="Google Shape;1359;p29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0" name="Google Shape;1360;p29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1" name="Google Shape;1361;p29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2" name="Google Shape;1362;p29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3" name="Google Shape;1363;p29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4" name="Google Shape;1364;p29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5" name="Google Shape;1365;p29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6" name="Google Shape;1366;p29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7" name="Google Shape;1367;p29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8" name="Google Shape;1368;p29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9" name="Google Shape;1369;p29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0" name="Google Shape;1370;p29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1" name="Google Shape;1371;p29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2" name="Google Shape;1372;p29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3" name="Google Shape;1373;p29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4" name="Google Shape;1374;p29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5" name="Google Shape;1375;p29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6" name="Google Shape;1376;p29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377" name="Google Shape;1377;p29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8" name="Google Shape;1378;p29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9" name="Google Shape;1379;p29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0" name="Google Shape;1380;p29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1" name="Google Shape;1381;p29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2" name="Google Shape;1382;p29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3" name="Google Shape;1383;p29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4" name="Google Shape;1384;p29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5" name="Google Shape;1385;p29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6" name="Google Shape;1386;p29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7" name="Google Shape;1387;p29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8" name="Google Shape;1388;p29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9" name="Google Shape;1389;p29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90" name="Google Shape;1390;p29"/>
          <p:cNvGrpSpPr/>
          <p:nvPr/>
        </p:nvGrpSpPr>
        <p:grpSpPr>
          <a:xfrm>
            <a:off x="366955" y="405600"/>
            <a:ext cx="11512845" cy="6079200"/>
            <a:chOff x="275216" y="304200"/>
            <a:chExt cx="8634634" cy="4559400"/>
          </a:xfrm>
        </p:grpSpPr>
        <p:grpSp>
          <p:nvGrpSpPr>
            <p:cNvPr id="1391" name="Google Shape;1391;p29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1392" name="Google Shape;1392;p29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1393" name="Google Shape;1393;p2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94" name="Google Shape;1394;p29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95" name="Google Shape;1395;p29"/>
            <p:cNvSpPr/>
            <p:nvPr/>
          </p:nvSpPr>
          <p:spPr>
            <a:xfrm rot="5400000">
              <a:off x="8438250" y="10169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396" name="Google Shape;1396;p29"/>
          <p:cNvSpPr txBox="1">
            <a:spLocks noGrp="1"/>
          </p:cNvSpPr>
          <p:nvPr>
            <p:ph type="title" hasCustomPrompt="1"/>
          </p:nvPr>
        </p:nvSpPr>
        <p:spPr>
          <a:xfrm>
            <a:off x="1767533" y="1791233"/>
            <a:ext cx="1865200" cy="820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97" name="Google Shape;1397;p29"/>
          <p:cNvSpPr txBox="1">
            <a:spLocks noGrp="1"/>
          </p:cNvSpPr>
          <p:nvPr>
            <p:ph type="subTitle" idx="1"/>
          </p:nvPr>
        </p:nvSpPr>
        <p:spPr>
          <a:xfrm>
            <a:off x="1251333" y="4963067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98" name="Google Shape;1398;p29"/>
          <p:cNvSpPr txBox="1">
            <a:spLocks noGrp="1"/>
          </p:cNvSpPr>
          <p:nvPr>
            <p:ph type="subTitle" idx="2"/>
          </p:nvPr>
        </p:nvSpPr>
        <p:spPr>
          <a:xfrm>
            <a:off x="1251333" y="4413267"/>
            <a:ext cx="2897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99" name="Google Shape;1399;p29"/>
          <p:cNvSpPr txBox="1">
            <a:spLocks noGrp="1"/>
          </p:cNvSpPr>
          <p:nvPr>
            <p:ph type="title" idx="3" hasCustomPrompt="1"/>
          </p:nvPr>
        </p:nvSpPr>
        <p:spPr>
          <a:xfrm>
            <a:off x="5164133" y="1791233"/>
            <a:ext cx="1863600" cy="820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00" name="Google Shape;1400;p29"/>
          <p:cNvSpPr txBox="1">
            <a:spLocks noGrp="1"/>
          </p:cNvSpPr>
          <p:nvPr>
            <p:ph type="subTitle" idx="4"/>
          </p:nvPr>
        </p:nvSpPr>
        <p:spPr>
          <a:xfrm>
            <a:off x="4647200" y="4963067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01" name="Google Shape;1401;p29"/>
          <p:cNvSpPr txBox="1">
            <a:spLocks noGrp="1"/>
          </p:cNvSpPr>
          <p:nvPr>
            <p:ph type="subTitle" idx="5"/>
          </p:nvPr>
        </p:nvSpPr>
        <p:spPr>
          <a:xfrm>
            <a:off x="4647200" y="4413267"/>
            <a:ext cx="2897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02" name="Google Shape;1402;p29"/>
          <p:cNvSpPr txBox="1">
            <a:spLocks noGrp="1"/>
          </p:cNvSpPr>
          <p:nvPr>
            <p:ph type="title" idx="6" hasCustomPrompt="1"/>
          </p:nvPr>
        </p:nvSpPr>
        <p:spPr>
          <a:xfrm>
            <a:off x="8556900" y="1791233"/>
            <a:ext cx="1863600" cy="820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03" name="Google Shape;1403;p29"/>
          <p:cNvSpPr txBox="1">
            <a:spLocks noGrp="1"/>
          </p:cNvSpPr>
          <p:nvPr>
            <p:ph type="subTitle" idx="7"/>
          </p:nvPr>
        </p:nvSpPr>
        <p:spPr>
          <a:xfrm>
            <a:off x="8043067" y="4963067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04" name="Google Shape;1404;p29"/>
          <p:cNvSpPr txBox="1">
            <a:spLocks noGrp="1"/>
          </p:cNvSpPr>
          <p:nvPr>
            <p:ph type="subTitle" idx="8"/>
          </p:nvPr>
        </p:nvSpPr>
        <p:spPr>
          <a:xfrm>
            <a:off x="8043067" y="4413267"/>
            <a:ext cx="2897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2667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ebo"/>
              <a:buNone/>
              <a:defRPr sz="32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05" name="Google Shape;1405;p29"/>
          <p:cNvSpPr txBox="1">
            <a:spLocks noGrp="1"/>
          </p:cNvSpPr>
          <p:nvPr>
            <p:ph type="title" idx="9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1817350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7" name="Google Shape;1407;p30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408" name="Google Shape;1408;p30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409" name="Google Shape;1409;p30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0" name="Google Shape;1410;p30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1" name="Google Shape;1411;p30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2" name="Google Shape;1412;p30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3" name="Google Shape;1413;p30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4" name="Google Shape;1414;p30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5" name="Google Shape;1415;p30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6" name="Google Shape;1416;p30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7" name="Google Shape;1417;p30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8" name="Google Shape;1418;p30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9" name="Google Shape;1419;p30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0" name="Google Shape;1420;p30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1" name="Google Shape;1421;p30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2" name="Google Shape;1422;p30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3" name="Google Shape;1423;p30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4" name="Google Shape;1424;p30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5" name="Google Shape;1425;p30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6" name="Google Shape;1426;p30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7" name="Google Shape;1427;p30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8" name="Google Shape;1428;p30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9" name="Google Shape;1429;p30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0" name="Google Shape;1430;p30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1" name="Google Shape;1431;p30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2" name="Google Shape;1432;p30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3" name="Google Shape;1433;p30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434" name="Google Shape;1434;p30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5" name="Google Shape;1435;p30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6" name="Google Shape;1436;p30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7" name="Google Shape;1437;p30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8" name="Google Shape;1438;p30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9" name="Google Shape;1439;p30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0" name="Google Shape;1440;p30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1" name="Google Shape;1441;p30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2" name="Google Shape;1442;p30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3" name="Google Shape;1443;p30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4" name="Google Shape;1444;p30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5" name="Google Shape;1445;p30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6" name="Google Shape;1446;p30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47" name="Google Shape;1447;p30"/>
          <p:cNvGrpSpPr/>
          <p:nvPr/>
        </p:nvGrpSpPr>
        <p:grpSpPr>
          <a:xfrm>
            <a:off x="136834" y="148167"/>
            <a:ext cx="11652633" cy="6320500"/>
            <a:chOff x="102625" y="111125"/>
            <a:chExt cx="8739475" cy="4740375"/>
          </a:xfrm>
        </p:grpSpPr>
        <p:sp>
          <p:nvSpPr>
            <p:cNvPr id="1448" name="Google Shape;1448;p30"/>
            <p:cNvSpPr/>
            <p:nvPr/>
          </p:nvSpPr>
          <p:spPr>
            <a:xfrm>
              <a:off x="849450" y="111125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49" name="Google Shape;1449;p30"/>
            <p:cNvSpPr/>
            <p:nvPr/>
          </p:nvSpPr>
          <p:spPr>
            <a:xfrm>
              <a:off x="2772350" y="111125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50" name="Google Shape;1450;p30"/>
            <p:cNvSpPr/>
            <p:nvPr/>
          </p:nvSpPr>
          <p:spPr>
            <a:xfrm>
              <a:off x="4695250" y="111125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51" name="Google Shape;1451;p30"/>
            <p:cNvSpPr/>
            <p:nvPr/>
          </p:nvSpPr>
          <p:spPr>
            <a:xfrm>
              <a:off x="6618150" y="111125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52" name="Google Shape;1452;p30"/>
            <p:cNvSpPr/>
            <p:nvPr/>
          </p:nvSpPr>
          <p:spPr>
            <a:xfrm>
              <a:off x="302000" y="292100"/>
              <a:ext cx="8540100" cy="4559400"/>
            </a:xfrm>
            <a:prstGeom prst="roundRect">
              <a:avLst>
                <a:gd name="adj" fmla="val 2747"/>
              </a:avLst>
            </a:prstGeom>
            <a:solidFill>
              <a:schemeClr val="accent4"/>
            </a:solidFill>
            <a:ln>
              <a:noFill/>
            </a:ln>
            <a:effectLst>
              <a:outerShdw dist="57150" dir="2400000" algn="bl" rotWithShape="0">
                <a:schemeClr val="dk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pic>
          <p:nvPicPr>
            <p:cNvPr id="1453" name="Google Shape;1453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2625" y="592528"/>
              <a:ext cx="419432" cy="3958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4" name="Google Shape;1454;p30"/>
          <p:cNvSpPr txBox="1">
            <a:spLocks noGrp="1"/>
          </p:cNvSpPr>
          <p:nvPr>
            <p:ph type="title"/>
          </p:nvPr>
        </p:nvSpPr>
        <p:spPr>
          <a:xfrm>
            <a:off x="3983600" y="903367"/>
            <a:ext cx="4224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55" name="Google Shape;1455;p30"/>
          <p:cNvSpPr txBox="1">
            <a:spLocks noGrp="1"/>
          </p:cNvSpPr>
          <p:nvPr>
            <p:ph type="subTitle" idx="1"/>
          </p:nvPr>
        </p:nvSpPr>
        <p:spPr>
          <a:xfrm>
            <a:off x="3983564" y="2201267"/>
            <a:ext cx="4224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56" name="Google Shape;1456;p30"/>
          <p:cNvSpPr txBox="1"/>
          <p:nvPr/>
        </p:nvSpPr>
        <p:spPr>
          <a:xfrm>
            <a:off x="3614167" y="4449233"/>
            <a:ext cx="4963200" cy="11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CREDITS:</a:t>
            </a:r>
            <a:r>
              <a:rPr lang="en" sz="16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This presentation template was created by </a:t>
            </a:r>
            <a:r>
              <a:rPr lang="en" sz="1600" b="1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, and includes icons by </a:t>
            </a:r>
            <a:r>
              <a:rPr lang="en" sz="1600" b="1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, and infographics &amp; images by </a:t>
            </a:r>
            <a:r>
              <a:rPr lang="en" sz="1600" b="1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1600" b="1" u="sng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06904711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8" name="Google Shape;1458;p31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459" name="Google Shape;1459;p31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460" name="Google Shape;1460;p31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1" name="Google Shape;1461;p31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2" name="Google Shape;1462;p31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3" name="Google Shape;1463;p31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4" name="Google Shape;1464;p31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5" name="Google Shape;1465;p31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6" name="Google Shape;1466;p31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7" name="Google Shape;1467;p31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8" name="Google Shape;1468;p31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9" name="Google Shape;1469;p31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0" name="Google Shape;1470;p31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1" name="Google Shape;1471;p31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2" name="Google Shape;1472;p31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3" name="Google Shape;1473;p31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4" name="Google Shape;1474;p31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5" name="Google Shape;1475;p31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6" name="Google Shape;1476;p31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7" name="Google Shape;1477;p31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8" name="Google Shape;1478;p31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9" name="Google Shape;1479;p31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0" name="Google Shape;1480;p31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1" name="Google Shape;1481;p31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2" name="Google Shape;1482;p31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3" name="Google Shape;1483;p31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4" name="Google Shape;1484;p31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485" name="Google Shape;1485;p31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6" name="Google Shape;1486;p31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7" name="Google Shape;1487;p31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8" name="Google Shape;1488;p31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9" name="Google Shape;1489;p31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0" name="Google Shape;1490;p31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1" name="Google Shape;1491;p31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2" name="Google Shape;1492;p31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3" name="Google Shape;1493;p31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4" name="Google Shape;1494;p31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5" name="Google Shape;1495;p31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6" name="Google Shape;1496;p31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7" name="Google Shape;1497;p31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98" name="Google Shape;1498;p31"/>
          <p:cNvGrpSpPr/>
          <p:nvPr/>
        </p:nvGrpSpPr>
        <p:grpSpPr>
          <a:xfrm flipH="1">
            <a:off x="339571" y="405600"/>
            <a:ext cx="11512845" cy="6079200"/>
            <a:chOff x="275216" y="304200"/>
            <a:chExt cx="8634634" cy="4559400"/>
          </a:xfrm>
        </p:grpSpPr>
        <p:grpSp>
          <p:nvGrpSpPr>
            <p:cNvPr id="1499" name="Google Shape;1499;p31"/>
            <p:cNvGrpSpPr/>
            <p:nvPr/>
          </p:nvGrpSpPr>
          <p:grpSpPr>
            <a:xfrm>
              <a:off x="275216" y="304200"/>
              <a:ext cx="8406168" cy="4559400"/>
              <a:chOff x="155350" y="382538"/>
              <a:chExt cx="8686750" cy="4559400"/>
            </a:xfrm>
          </p:grpSpPr>
          <p:sp>
            <p:nvSpPr>
              <p:cNvPr id="1500" name="Google Shape;1500;p31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1501" name="Google Shape;1501;p3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02" name="Google Shape;1502;p31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03" name="Google Shape;1503;p31"/>
            <p:cNvSpPr/>
            <p:nvPr/>
          </p:nvSpPr>
          <p:spPr>
            <a:xfrm rot="5400000">
              <a:off x="8438250" y="1016977"/>
              <a:ext cx="7146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504" name="Google Shape;1504;p31"/>
          <p:cNvSpPr/>
          <p:nvPr/>
        </p:nvSpPr>
        <p:spPr>
          <a:xfrm rot="-5400000" flipH="1">
            <a:off x="15571" y="2575169"/>
            <a:ext cx="952800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505" name="Google Shape;1505;p31"/>
          <p:cNvSpPr/>
          <p:nvPr/>
        </p:nvSpPr>
        <p:spPr>
          <a:xfrm rot="-5400000" flipH="1">
            <a:off x="15571" y="3895969"/>
            <a:ext cx="952800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506" name="Google Shape;1506;p31"/>
          <p:cNvSpPr/>
          <p:nvPr/>
        </p:nvSpPr>
        <p:spPr>
          <a:xfrm rot="-5400000" flipH="1">
            <a:off x="15571" y="5216769"/>
            <a:ext cx="952800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70227939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8" name="Google Shape;1508;p32"/>
          <p:cNvGrpSpPr/>
          <p:nvPr/>
        </p:nvGrpSpPr>
        <p:grpSpPr>
          <a:xfrm>
            <a:off x="-11600" y="5000"/>
            <a:ext cx="12215200" cy="6880400"/>
            <a:chOff x="-8700" y="3750"/>
            <a:chExt cx="9161400" cy="5160300"/>
          </a:xfrm>
        </p:grpSpPr>
        <p:grpSp>
          <p:nvGrpSpPr>
            <p:cNvPr id="1509" name="Google Shape;1509;p32"/>
            <p:cNvGrpSpPr/>
            <p:nvPr/>
          </p:nvGrpSpPr>
          <p:grpSpPr>
            <a:xfrm>
              <a:off x="334175" y="3750"/>
              <a:ext cx="8475647" cy="5160300"/>
              <a:chOff x="334175" y="3750"/>
              <a:chExt cx="8475647" cy="5160300"/>
            </a:xfrm>
          </p:grpSpPr>
          <p:cxnSp>
            <p:nvCxnSpPr>
              <p:cNvPr id="1510" name="Google Shape;1510;p32"/>
              <p:cNvCxnSpPr/>
              <p:nvPr/>
            </p:nvCxnSpPr>
            <p:spPr>
              <a:xfrm>
                <a:off x="33417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1" name="Google Shape;1511;p32"/>
              <p:cNvCxnSpPr/>
              <p:nvPr/>
            </p:nvCxnSpPr>
            <p:spPr>
              <a:xfrm>
                <a:off x="68732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2" name="Google Shape;1512;p32"/>
              <p:cNvCxnSpPr/>
              <p:nvPr/>
            </p:nvCxnSpPr>
            <p:spPr>
              <a:xfrm>
                <a:off x="104047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3" name="Google Shape;1513;p32"/>
              <p:cNvCxnSpPr/>
              <p:nvPr/>
            </p:nvCxnSpPr>
            <p:spPr>
              <a:xfrm>
                <a:off x="139363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4" name="Google Shape;1514;p32"/>
              <p:cNvCxnSpPr/>
              <p:nvPr/>
            </p:nvCxnSpPr>
            <p:spPr>
              <a:xfrm>
                <a:off x="174678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5" name="Google Shape;1515;p32"/>
              <p:cNvCxnSpPr/>
              <p:nvPr/>
            </p:nvCxnSpPr>
            <p:spPr>
              <a:xfrm>
                <a:off x="209993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6" name="Google Shape;1516;p32"/>
              <p:cNvCxnSpPr/>
              <p:nvPr/>
            </p:nvCxnSpPr>
            <p:spPr>
              <a:xfrm>
                <a:off x="2453087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7" name="Google Shape;1517;p32"/>
              <p:cNvCxnSpPr/>
              <p:nvPr/>
            </p:nvCxnSpPr>
            <p:spPr>
              <a:xfrm>
                <a:off x="2806239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8" name="Google Shape;1518;p32"/>
              <p:cNvCxnSpPr/>
              <p:nvPr/>
            </p:nvCxnSpPr>
            <p:spPr>
              <a:xfrm>
                <a:off x="3159391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9" name="Google Shape;1519;p32"/>
              <p:cNvCxnSpPr/>
              <p:nvPr/>
            </p:nvCxnSpPr>
            <p:spPr>
              <a:xfrm>
                <a:off x="3512543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0" name="Google Shape;1520;p32"/>
              <p:cNvCxnSpPr/>
              <p:nvPr/>
            </p:nvCxnSpPr>
            <p:spPr>
              <a:xfrm>
                <a:off x="3865695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1" name="Google Shape;1521;p32"/>
              <p:cNvCxnSpPr/>
              <p:nvPr/>
            </p:nvCxnSpPr>
            <p:spPr>
              <a:xfrm>
                <a:off x="421884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2" name="Google Shape;1522;p32"/>
              <p:cNvCxnSpPr/>
              <p:nvPr/>
            </p:nvCxnSpPr>
            <p:spPr>
              <a:xfrm>
                <a:off x="457199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3" name="Google Shape;1523;p32"/>
              <p:cNvCxnSpPr/>
              <p:nvPr/>
            </p:nvCxnSpPr>
            <p:spPr>
              <a:xfrm>
                <a:off x="492515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4" name="Google Shape;1524;p32"/>
              <p:cNvCxnSpPr/>
              <p:nvPr/>
            </p:nvCxnSpPr>
            <p:spPr>
              <a:xfrm>
                <a:off x="527830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5" name="Google Shape;1525;p32"/>
              <p:cNvCxnSpPr/>
              <p:nvPr/>
            </p:nvCxnSpPr>
            <p:spPr>
              <a:xfrm>
                <a:off x="563145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6" name="Google Shape;1526;p32"/>
              <p:cNvCxnSpPr/>
              <p:nvPr/>
            </p:nvCxnSpPr>
            <p:spPr>
              <a:xfrm>
                <a:off x="598460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7" name="Google Shape;1527;p32"/>
              <p:cNvCxnSpPr/>
              <p:nvPr/>
            </p:nvCxnSpPr>
            <p:spPr>
              <a:xfrm>
                <a:off x="633775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8" name="Google Shape;1528;p32"/>
              <p:cNvCxnSpPr/>
              <p:nvPr/>
            </p:nvCxnSpPr>
            <p:spPr>
              <a:xfrm>
                <a:off x="669091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9" name="Google Shape;1529;p32"/>
              <p:cNvCxnSpPr/>
              <p:nvPr/>
            </p:nvCxnSpPr>
            <p:spPr>
              <a:xfrm>
                <a:off x="704406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0" name="Google Shape;1530;p32"/>
              <p:cNvCxnSpPr/>
              <p:nvPr/>
            </p:nvCxnSpPr>
            <p:spPr>
              <a:xfrm>
                <a:off x="7397214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1" name="Google Shape;1531;p32"/>
              <p:cNvCxnSpPr/>
              <p:nvPr/>
            </p:nvCxnSpPr>
            <p:spPr>
              <a:xfrm>
                <a:off x="7750366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2" name="Google Shape;1532;p32"/>
              <p:cNvCxnSpPr/>
              <p:nvPr/>
            </p:nvCxnSpPr>
            <p:spPr>
              <a:xfrm>
                <a:off x="8103518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3" name="Google Shape;1533;p32"/>
              <p:cNvCxnSpPr/>
              <p:nvPr/>
            </p:nvCxnSpPr>
            <p:spPr>
              <a:xfrm>
                <a:off x="8456670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4" name="Google Shape;1534;p32"/>
              <p:cNvCxnSpPr/>
              <p:nvPr/>
            </p:nvCxnSpPr>
            <p:spPr>
              <a:xfrm>
                <a:off x="8809822" y="3750"/>
                <a:ext cx="0" cy="51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535" name="Google Shape;1535;p32"/>
            <p:cNvCxnSpPr/>
            <p:nvPr/>
          </p:nvCxnSpPr>
          <p:spPr>
            <a:xfrm>
              <a:off x="-8700" y="2926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6" name="Google Shape;1536;p32"/>
            <p:cNvCxnSpPr/>
            <p:nvPr/>
          </p:nvCxnSpPr>
          <p:spPr>
            <a:xfrm>
              <a:off x="-8700" y="7034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7" name="Google Shape;1537;p32"/>
            <p:cNvCxnSpPr/>
            <p:nvPr/>
          </p:nvCxnSpPr>
          <p:spPr>
            <a:xfrm>
              <a:off x="-8700" y="10523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" name="Google Shape;1538;p32"/>
            <p:cNvCxnSpPr/>
            <p:nvPr/>
          </p:nvCxnSpPr>
          <p:spPr>
            <a:xfrm>
              <a:off x="-8700" y="14631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9" name="Google Shape;1539;p32"/>
            <p:cNvCxnSpPr/>
            <p:nvPr/>
          </p:nvCxnSpPr>
          <p:spPr>
            <a:xfrm>
              <a:off x="-8700" y="183453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0" name="Google Shape;1540;p32"/>
            <p:cNvCxnSpPr/>
            <p:nvPr/>
          </p:nvCxnSpPr>
          <p:spPr>
            <a:xfrm>
              <a:off x="-8700" y="22453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1" name="Google Shape;1541;p32"/>
            <p:cNvCxnSpPr/>
            <p:nvPr/>
          </p:nvCxnSpPr>
          <p:spPr>
            <a:xfrm>
              <a:off x="-8700" y="25942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2" name="Google Shape;1542;p32"/>
            <p:cNvCxnSpPr/>
            <p:nvPr/>
          </p:nvCxnSpPr>
          <p:spPr>
            <a:xfrm>
              <a:off x="-8700" y="30050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3" name="Google Shape;1543;p32"/>
            <p:cNvCxnSpPr/>
            <p:nvPr/>
          </p:nvCxnSpPr>
          <p:spPr>
            <a:xfrm>
              <a:off x="-8700" y="337646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4" name="Google Shape;1544;p32"/>
            <p:cNvCxnSpPr/>
            <p:nvPr/>
          </p:nvCxnSpPr>
          <p:spPr>
            <a:xfrm>
              <a:off x="-8700" y="37872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5" name="Google Shape;1545;p32"/>
            <p:cNvCxnSpPr/>
            <p:nvPr/>
          </p:nvCxnSpPr>
          <p:spPr>
            <a:xfrm>
              <a:off x="-8700" y="41361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6" name="Google Shape;1546;p32"/>
            <p:cNvCxnSpPr/>
            <p:nvPr/>
          </p:nvCxnSpPr>
          <p:spPr>
            <a:xfrm>
              <a:off x="-8700" y="4547013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7" name="Google Shape;1547;p32"/>
            <p:cNvCxnSpPr/>
            <p:nvPr/>
          </p:nvCxnSpPr>
          <p:spPr>
            <a:xfrm>
              <a:off x="-8700" y="4850888"/>
              <a:ext cx="91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48" name="Google Shape;1548;p32"/>
          <p:cNvGrpSpPr/>
          <p:nvPr/>
        </p:nvGrpSpPr>
        <p:grpSpPr>
          <a:xfrm rot="10800000" flipH="1">
            <a:off x="366955" y="268734"/>
            <a:ext cx="11208224" cy="6320500"/>
            <a:chOff x="155350" y="201563"/>
            <a:chExt cx="8686750" cy="4740375"/>
          </a:xfrm>
        </p:grpSpPr>
        <p:sp>
          <p:nvSpPr>
            <p:cNvPr id="1549" name="Google Shape;1549;p32"/>
            <p:cNvSpPr/>
            <p:nvPr/>
          </p:nvSpPr>
          <p:spPr>
            <a:xfrm>
              <a:off x="8494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50" name="Google Shape;1550;p32"/>
            <p:cNvSpPr/>
            <p:nvPr/>
          </p:nvSpPr>
          <p:spPr>
            <a:xfrm>
              <a:off x="27723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51" name="Google Shape;1551;p32"/>
            <p:cNvSpPr/>
            <p:nvPr/>
          </p:nvSpPr>
          <p:spPr>
            <a:xfrm>
              <a:off x="6618150" y="201563"/>
              <a:ext cx="1676400" cy="228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grpSp>
          <p:nvGrpSpPr>
            <p:cNvPr id="1552" name="Google Shape;1552;p32"/>
            <p:cNvGrpSpPr/>
            <p:nvPr/>
          </p:nvGrpSpPr>
          <p:grpSpPr>
            <a:xfrm>
              <a:off x="155350" y="382538"/>
              <a:ext cx="8686750" cy="4559400"/>
              <a:chOff x="155350" y="382538"/>
              <a:chExt cx="8686750" cy="4559400"/>
            </a:xfrm>
          </p:grpSpPr>
          <p:sp>
            <p:nvSpPr>
              <p:cNvPr id="1553" name="Google Shape;1553;p32"/>
              <p:cNvSpPr/>
              <p:nvPr/>
            </p:nvSpPr>
            <p:spPr>
              <a:xfrm>
                <a:off x="302000" y="382538"/>
                <a:ext cx="8540100" cy="4559400"/>
              </a:xfrm>
              <a:prstGeom prst="roundRect">
                <a:avLst>
                  <a:gd name="adj" fmla="val 274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dist="57150" dir="2400000" algn="bl" rotWithShape="0">
                  <a:schemeClr val="dk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pic>
            <p:nvPicPr>
              <p:cNvPr id="1554" name="Google Shape;1554;p3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55350" y="640650"/>
                <a:ext cx="291950" cy="2755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55" name="Google Shape;1555;p32"/>
              <p:cNvPicPr preferRelativeResize="0"/>
              <p:nvPr/>
            </p:nvPicPr>
            <p:blipFill rotWithShape="1">
              <a:blip r:embed="rId2">
                <a:alphaModFix/>
              </a:blip>
              <a:srcRect b="53499"/>
              <a:stretch/>
            </p:blipFill>
            <p:spPr>
              <a:xfrm>
                <a:off x="155350" y="3402600"/>
                <a:ext cx="291950" cy="12812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404989549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37812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35"/>
          <p:cNvSpPr txBox="1">
            <a:spLocks noGrp="1"/>
          </p:cNvSpPr>
          <p:nvPr>
            <p:ph type="title"/>
          </p:nvPr>
        </p:nvSpPr>
        <p:spPr>
          <a:xfrm>
            <a:off x="964600" y="681367"/>
            <a:ext cx="10262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7813792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489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6127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373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65578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14670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3786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37238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3588385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319296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74229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67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62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31" Type="http://schemas.openxmlformats.org/officeDocument/2006/relationships/slideLayout" Target="../slideLayouts/slideLayout64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●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○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■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●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○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■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●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○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■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344405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33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558" name="Google Shape;1558;p33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48726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ebo"/>
              <a:buNone/>
              <a:defRPr sz="27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●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○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■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●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○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■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●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○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■"/>
              <a:defRPr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23380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33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558" name="Google Shape;1558;p33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77260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36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C49B1D-54C5-FF2A-F4AA-476A406E3A32}"/>
              </a:ext>
            </a:extLst>
          </p:cNvPr>
          <p:cNvSpPr txBox="1"/>
          <p:nvPr/>
        </p:nvSpPr>
        <p:spPr>
          <a:xfrm>
            <a:off x="3649070" y="1054432"/>
            <a:ext cx="60971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3200" b="1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Seminar AT3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E586D-35DD-2EB0-6A40-3AF575CBA11E}"/>
              </a:ext>
            </a:extLst>
          </p:cNvPr>
          <p:cNvSpPr txBox="1"/>
          <p:nvPr/>
        </p:nvSpPr>
        <p:spPr>
          <a:xfrm>
            <a:off x="3730956" y="2243412"/>
            <a:ext cx="4394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– ITA0605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64968-B1A5-5666-24F3-A071EFE34775}"/>
              </a:ext>
            </a:extLst>
          </p:cNvPr>
          <p:cNvSpPr txBox="1"/>
          <p:nvPr/>
        </p:nvSpPr>
        <p:spPr>
          <a:xfrm>
            <a:off x="8072651" y="4838130"/>
            <a:ext cx="4012441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 :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Dhuneshwarran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Reg.no: 192324169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8902C3-AF0A-F307-3451-11D6F798A4D4}"/>
              </a:ext>
            </a:extLst>
          </p:cNvPr>
          <p:cNvSpPr txBox="1"/>
          <p:nvPr/>
        </p:nvSpPr>
        <p:spPr>
          <a:xfrm>
            <a:off x="4099446" y="3376998"/>
            <a:ext cx="6097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1140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05F7F-2FBC-3A11-2DCE-7CC925FB5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761B81-397D-01A0-A719-90C189ED65CD}"/>
              </a:ext>
            </a:extLst>
          </p:cNvPr>
          <p:cNvSpPr txBox="1"/>
          <p:nvPr/>
        </p:nvSpPr>
        <p:spPr>
          <a:xfrm>
            <a:off x="1236033" y="2385872"/>
            <a:ext cx="6097136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machine learning technique.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and prediction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data based on different conditions.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tree-like structure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Continues splitting until a final prediction is reached.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1BCA14-6D8F-0919-EA29-621236F1AA05}"/>
              </a:ext>
            </a:extLst>
          </p:cNvPr>
          <p:cNvSpPr txBox="1"/>
          <p:nvPr/>
        </p:nvSpPr>
        <p:spPr>
          <a:xfrm>
            <a:off x="873457" y="1079071"/>
            <a:ext cx="411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Learning: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BC39EA-5E4E-8115-5F5E-23887B7907E1}"/>
              </a:ext>
            </a:extLst>
          </p:cNvPr>
          <p:cNvSpPr txBox="1"/>
          <p:nvPr/>
        </p:nvSpPr>
        <p:spPr>
          <a:xfrm>
            <a:off x="2866486" y="2747538"/>
            <a:ext cx="6097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0" name="Picture 9" descr="The Decision Tree: Machine Learning's Most Philosophical Algorithm - Base  Zero">
            <a:extLst>
              <a:ext uri="{FF2B5EF4-FFF2-40B4-BE49-F238E27FC236}">
                <a16:creationId xmlns:a16="http://schemas.microsoft.com/office/drawing/2014/main" id="{6149D942-5123-A318-6E8C-EA886BB6B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143" y="2901426"/>
            <a:ext cx="4607708" cy="307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D7D8E-1281-63A4-38C6-A36A77D0E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FC1683-9F39-D863-496A-FAAA2AACECF3}"/>
              </a:ext>
            </a:extLst>
          </p:cNvPr>
          <p:cNvSpPr txBox="1"/>
          <p:nvPr/>
        </p:nvSpPr>
        <p:spPr>
          <a:xfrm>
            <a:off x="680682" y="1927627"/>
            <a:ext cx="6975712" cy="3002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 tree represents learned knowledge in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tree structure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Node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represents the first and most important condition.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Internal/Decision Node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represents another test or condition.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represent possible outcomes of a condition.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Nodes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represent the final prediction or class.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path from root to leaf can be represented as an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IF–THEN rule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representation makes decision trees easy for humans to understand.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helps explain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 particular prediction was made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E635D3-8FFE-7957-A95B-020EC3F5017A}"/>
              </a:ext>
            </a:extLst>
          </p:cNvPr>
          <p:cNvSpPr txBox="1"/>
          <p:nvPr/>
        </p:nvSpPr>
        <p:spPr>
          <a:xfrm>
            <a:off x="491318" y="846162"/>
            <a:ext cx="5008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Knowledge Representation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829186-E35A-5771-283C-0B884F33D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143" y="1862870"/>
            <a:ext cx="4415051" cy="32891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B34F659-66F2-CFF6-14C2-21CC9C224266}"/>
              </a:ext>
            </a:extLst>
          </p:cNvPr>
          <p:cNvSpPr txBox="1"/>
          <p:nvPr/>
        </p:nvSpPr>
        <p:spPr>
          <a:xfrm>
            <a:off x="687506" y="5562571"/>
            <a:ext cx="6668637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Marks &gt; 50 AND Attendance &gt; 75% → Pass</a:t>
            </a:r>
          </a:p>
        </p:txBody>
      </p:sp>
    </p:spTree>
    <p:extLst>
      <p:ext uri="{BB962C8B-B14F-4D97-AF65-F5344CB8AC3E}">
        <p14:creationId xmlns:p14="http://schemas.microsoft.com/office/powerpoint/2010/main" val="1367606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8CDD7-EE26-77B1-CA4D-6ACC1D938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9AFB9-CE07-0A40-A10B-F65D7145C865}"/>
              </a:ext>
            </a:extLst>
          </p:cNvPr>
          <p:cNvSpPr txBox="1"/>
          <p:nvPr/>
        </p:nvSpPr>
        <p:spPr>
          <a:xfrm>
            <a:off x="880281" y="1781636"/>
            <a:ext cx="7194075" cy="3464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 measures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or impurity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 in a dataset.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determine how mixed the classes are.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entropy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the data is mostly from one class.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entropy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different classes are mixed together.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completely pure group has very low or zero entropy.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try to create splits that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entropy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 is commonly used when selecting features in algorithms such as ID3.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F2525-D1F7-E99E-0670-D3918D75B1AD}"/>
              </a:ext>
            </a:extLst>
          </p:cNvPr>
          <p:cNvSpPr txBox="1"/>
          <p:nvPr/>
        </p:nvSpPr>
        <p:spPr>
          <a:xfrm>
            <a:off x="1023582" y="957217"/>
            <a:ext cx="27568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Entropy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7C86C-69F6-F909-A6E3-DF6A28E129EF}"/>
              </a:ext>
            </a:extLst>
          </p:cNvPr>
          <p:cNvSpPr txBox="1"/>
          <p:nvPr/>
        </p:nvSpPr>
        <p:spPr>
          <a:xfrm>
            <a:off x="3048569" y="3275112"/>
            <a:ext cx="6097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633302-ADAF-4E2A-7676-BFCBBAC14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200"/>
          <a:stretch>
            <a:fillRect/>
          </a:stretch>
        </p:blipFill>
        <p:spPr>
          <a:xfrm>
            <a:off x="7015137" y="2112293"/>
            <a:ext cx="4681623" cy="263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70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E1812-9C05-1F34-68A6-4BF4496B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0826B3-19DC-528C-10A0-CC5708E22055}"/>
              </a:ext>
            </a:extLst>
          </p:cNvPr>
          <p:cNvSpPr txBox="1"/>
          <p:nvPr/>
        </p:nvSpPr>
        <p:spPr>
          <a:xfrm>
            <a:off x="434561" y="1696795"/>
            <a:ext cx="8845455" cy="3464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 measures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entropy after splitting 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which feature should be used for a split.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features can produce different Information Gain values.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feature with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Information Gain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generally provides a better split.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separate the classes more effectively.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feature becomes a decision node in the tree.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is repeated to construct the remaining branches.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8D741C-686B-CB5F-14C6-9359ECB455CB}"/>
              </a:ext>
            </a:extLst>
          </p:cNvPr>
          <p:cNvSpPr txBox="1"/>
          <p:nvPr/>
        </p:nvSpPr>
        <p:spPr>
          <a:xfrm>
            <a:off x="573206" y="539087"/>
            <a:ext cx="37736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Information Gain</a:t>
            </a:r>
          </a:p>
          <a:p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E6D61A-1744-501A-7568-8E070F5445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3"/>
          <a:stretch>
            <a:fillRect/>
          </a:stretch>
        </p:blipFill>
        <p:spPr>
          <a:xfrm>
            <a:off x="6879253" y="2228265"/>
            <a:ext cx="5123846" cy="334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370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135C9-94FF-30FF-1FBD-D6004BC6E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FA972C-409B-6295-F122-C828E2B81D3C}"/>
              </a:ext>
            </a:extLst>
          </p:cNvPr>
          <p:cNvSpPr txBox="1"/>
          <p:nvPr/>
        </p:nvSpPr>
        <p:spPr>
          <a:xfrm>
            <a:off x="716507" y="1465617"/>
            <a:ext cx="9254888" cy="4439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Pruning means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unnecessary branches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 decision tree.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very large decision tree may learn unnecessary details from training data.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lead to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Pruning reduces the overall complexity of the model.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produces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and simpler tree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simpler tree is usually easier to understand and interpret.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Pruning can improve the model's ability to work with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unseen data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common approaches are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pre-pruning and post-pruning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20E60B-726F-494E-652F-F14D88CE5E8C}"/>
              </a:ext>
            </a:extLst>
          </p:cNvPr>
          <p:cNvSpPr txBox="1"/>
          <p:nvPr/>
        </p:nvSpPr>
        <p:spPr>
          <a:xfrm>
            <a:off x="580029" y="634620"/>
            <a:ext cx="3930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Tree Pruning</a:t>
            </a:r>
          </a:p>
          <a:p>
            <a:endParaRPr lang="en-IN" sz="2400" dirty="0"/>
          </a:p>
        </p:txBody>
      </p:sp>
      <p:pic>
        <p:nvPicPr>
          <p:cNvPr id="5" name="Picture 4" descr="A Comprehensive Guide to Pre-Pruning and Post-Pruning in Decision Trees |  by Sushmita Nandi | Medium">
            <a:extLst>
              <a:ext uri="{FF2B5EF4-FFF2-40B4-BE49-F238E27FC236}">
                <a16:creationId xmlns:a16="http://schemas.microsoft.com/office/drawing/2014/main" id="{343E8E68-5910-C4AA-AB45-0E9DE0DA7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756" y="2654489"/>
            <a:ext cx="4320670" cy="289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568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45B8A-2D2A-F749-CE6D-E179914EA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14BD74-9FCA-5905-C855-BF9F0BAF00A7}"/>
              </a:ext>
            </a:extLst>
          </p:cNvPr>
          <p:cNvSpPr txBox="1"/>
          <p:nvPr/>
        </p:nvSpPr>
        <p:spPr>
          <a:xfrm>
            <a:off x="423080" y="700905"/>
            <a:ext cx="5138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Pros and Cons of Decision Trees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E4C904-91BE-AA73-40D7-F18B7959B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04" y="1476997"/>
            <a:ext cx="6162720" cy="4791110"/>
          </a:xfrm>
          <a:prstGeom prst="rect">
            <a:avLst/>
          </a:prstGeom>
        </p:spPr>
      </p:pic>
      <p:pic>
        <p:nvPicPr>
          <p:cNvPr id="9" name="Picture 8" descr="Chapter 2: Foundation Models &amp; Problems - Understanding ML Model Relationships: From Basic Models to Ensemble Methods">
            <a:extLst>
              <a:ext uri="{FF2B5EF4-FFF2-40B4-BE49-F238E27FC236}">
                <a16:creationId xmlns:a16="http://schemas.microsoft.com/office/drawing/2014/main" id="{5347F297-0428-BAD4-6DBC-156A5BC5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951" y="1476997"/>
            <a:ext cx="4519969" cy="47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29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BF443-ABCF-78AC-6D10-E5329B095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16A445-C2ED-A86D-93BD-1BFB6AAAF8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38" t="1928" r="14751" b="12098"/>
          <a:stretch>
            <a:fillRect/>
          </a:stretch>
        </p:blipFill>
        <p:spPr>
          <a:xfrm>
            <a:off x="732430" y="1607650"/>
            <a:ext cx="5363570" cy="44151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FECBE9-A081-FF91-CF09-AAB3DB849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446" y="1607650"/>
            <a:ext cx="5151648" cy="43700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2E027E-2E2F-FCDC-25FF-8B3E333932BA}"/>
              </a:ext>
            </a:extLst>
          </p:cNvPr>
          <p:cNvSpPr txBox="1"/>
          <p:nvPr/>
        </p:nvSpPr>
        <p:spPr>
          <a:xfrm>
            <a:off x="545910" y="750627"/>
            <a:ext cx="2988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521017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FF328-1CAD-7566-49B6-94E816DAD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DDBCC3-6E42-AE8D-267D-87BF8606E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668" y="1720072"/>
            <a:ext cx="8926159" cy="4528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7BADB1-5A12-3810-A6F3-61A733EABDA8}"/>
              </a:ext>
            </a:extLst>
          </p:cNvPr>
          <p:cNvSpPr txBox="1"/>
          <p:nvPr/>
        </p:nvSpPr>
        <p:spPr>
          <a:xfrm>
            <a:off x="750627" y="730155"/>
            <a:ext cx="3282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Decision-Making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100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0F710-CD69-502F-39A6-59F47885A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85715D-167E-B39E-6DA5-D6B558A2C44E}"/>
              </a:ext>
            </a:extLst>
          </p:cNvPr>
          <p:cNvSpPr txBox="1"/>
          <p:nvPr/>
        </p:nvSpPr>
        <p:spPr>
          <a:xfrm>
            <a:off x="1303362" y="3091217"/>
            <a:ext cx="777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Thankyou!</a:t>
            </a:r>
          </a:p>
        </p:txBody>
      </p:sp>
    </p:spTree>
    <p:extLst>
      <p:ext uri="{BB962C8B-B14F-4D97-AF65-F5344CB8AC3E}">
        <p14:creationId xmlns:p14="http://schemas.microsoft.com/office/powerpoint/2010/main" val="1163129716"/>
      </p:ext>
    </p:extLst>
  </p:cSld>
  <p:clrMapOvr>
    <a:masterClrMapping/>
  </p:clrMapOvr>
</p:sld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lassroom Rules for Back to School by Slidesgo">
  <a:themeElements>
    <a:clrScheme name="Simple Light">
      <a:dk1>
        <a:srgbClr val="58534F"/>
      </a:dk1>
      <a:lt1>
        <a:srgbClr val="F0DEDA"/>
      </a:lt1>
      <a:dk2>
        <a:srgbClr val="E1B6AA"/>
      </a:dk2>
      <a:lt2>
        <a:srgbClr val="F69480"/>
      </a:lt2>
      <a:accent1>
        <a:srgbClr val="F6C574"/>
      </a:accent1>
      <a:accent2>
        <a:srgbClr val="F7D9B3"/>
      </a:accent2>
      <a:accent3>
        <a:srgbClr val="C1D3DC"/>
      </a:accent3>
      <a:accent4>
        <a:srgbClr val="FFFFFF"/>
      </a:accent4>
      <a:accent5>
        <a:srgbClr val="FFFFFF"/>
      </a:accent5>
      <a:accent6>
        <a:srgbClr val="FFFFFF"/>
      </a:accent6>
      <a:hlink>
        <a:srgbClr val="5853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lassroom Rules for Back to School by Slidesgo">
  <a:themeElements>
    <a:clrScheme name="Simple Light">
      <a:dk1>
        <a:srgbClr val="58534F"/>
      </a:dk1>
      <a:lt1>
        <a:srgbClr val="F0DEDA"/>
      </a:lt1>
      <a:dk2>
        <a:srgbClr val="E1B6AA"/>
      </a:dk2>
      <a:lt2>
        <a:srgbClr val="F69480"/>
      </a:lt2>
      <a:accent1>
        <a:srgbClr val="F6C574"/>
      </a:accent1>
      <a:accent2>
        <a:srgbClr val="F7D9B3"/>
      </a:accent2>
      <a:accent3>
        <a:srgbClr val="C1D3DC"/>
      </a:accent3>
      <a:accent4>
        <a:srgbClr val="FFFFFF"/>
      </a:accent4>
      <a:accent5>
        <a:srgbClr val="FFFFFF"/>
      </a:accent5>
      <a:accent6>
        <a:srgbClr val="FFFFFF"/>
      </a:accent6>
      <a:hlink>
        <a:srgbClr val="5853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Rules for Back to School by Slidesgo</Template>
  <TotalTime>61</TotalTime>
  <Words>415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25" baseType="lpstr">
      <vt:lpstr>Arial</vt:lpstr>
      <vt:lpstr>Century Gothic</vt:lpstr>
      <vt:lpstr>Garamond</vt:lpstr>
      <vt:lpstr>Heebo</vt:lpstr>
      <vt:lpstr>Noto Sans</vt:lpstr>
      <vt:lpstr>Nunito Light</vt:lpstr>
      <vt:lpstr>Proxima Nova</vt:lpstr>
      <vt:lpstr>Proxima Nova Semibold</vt:lpstr>
      <vt:lpstr>Times New Roman</vt:lpstr>
      <vt:lpstr>Wingdings</vt:lpstr>
      <vt:lpstr>Classroom Rules for Back to School by Slidesgo</vt:lpstr>
      <vt:lpstr>Slidesgo Final Pages</vt:lpstr>
      <vt:lpstr>1_Classroom Rules for Back to School by Slidesgo</vt:lpstr>
      <vt:lpstr>1_Slidesgo Final Pages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DHUNESHWARAN V</dc:creator>
  <cp:lastModifiedBy>DHUNESHWARAN V</cp:lastModifiedBy>
  <cp:revision>1</cp:revision>
  <dcterms:created xsi:type="dcterms:W3CDTF">2026-07-25T03:08:05Z</dcterms:created>
  <dcterms:modified xsi:type="dcterms:W3CDTF">2026-07-25T04:09:21Z</dcterms:modified>
</cp:coreProperties>
</file>